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 (20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Block I: AI Strategy &amp; Safety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II: AI Tools Overview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III: Brainstorming &amp; SCAMPER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IV: Lean Canvas &amp; ვალიდაცია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V: Wrap-up + Homework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"ჭკვიანი ირიგაციის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სისტემა" (ნიადაგის AI სენსორები, რომლებიც ზოგავს წყალს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იცავს მოსავალს გვალვისგან).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(პრობლემა) -&gt; Solution (გადაწყვეტა)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(ეკონომიკური სარგებელი, წყლის 40%-იანი დაზოგვა).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საქმიანი, ინოვაციური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"AI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ბიზნესისთვის" (აპლიკაცია, რომელიც საბანკო ამონაწერებიდან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აგენერირებს დეკლარაციებს ინდ. მეწარმეებისთვის).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(დროის კარგვა საგადასახადოზე) -&gt; Solution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(AI ავტომატიზაცია) -&gt; Value/Ask (დროის 90%-იანი დაზოგვა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ჯარიმების 0% რისკი).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პროფესიონალური, მარტივი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სტარტაპ მენტორი და კოპირაიტერი.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"აფთიაქი-დელივერი"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(წამლების მიწოდება სპეციალური ტემპერატურული რეჟიმის დაცვით,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განსაკუთრებით ქრონიკული პაციენტებისთვის).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Elevator Pitch ქართულად: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სტრუქტურა: Hook (წამლების რიგები ხანდაზმულებისთვის)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(რეცეპტების ავტო-გამოწერა + მიწოდება 1 საათში) -&gt;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Value/Ask (სოციალური პასუხისმგებლობა და ოპერატიულობა).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შეზღუდვა: მაქსიმუმ 70-80 სიტყვა (რათა 30 წამში ჩაეტიოს).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ტონი: ემპათიური, პროფესიონალური და დამაჯერებელი.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#0: Welcome &amp; Projects Showcase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პრეზენტაცია (30-30-30 ფორმატი):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ვინ ხართ და რა არის თქვენი სფერო;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რა არის იდეა, პროდუქტი და სამიზნე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30 წამი: ტრენერის კითხვები და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პრომპტი მოსამზადებლად: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ვამზადებ Welcome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Projects Showcase-ს.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30-30-30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template: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(სახელი): "მე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ვარ [სახელი], ვმუშაობ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სფეროში."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(იდეა): "ჩემი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იდეაა [პროდუქტი/პრობლემა],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 [X]."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- 30 წამი (Q&amp;A):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მოსალოდნელი ტრენერის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კითხვა და ჩემი მოკლე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პასუხი.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ბუნებრივი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დამახსოვრებადი ვარიანტი.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C.R.E.A.T.E. სავარჯიშო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[Context] მე ვარ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დამფუძნებელი.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პროდუქტია: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მცენარეების ჭკვიანი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სარწყავი სისტემა].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ICP არის [მაგ: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დაკავებული ურბანული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მაცხოვრებლები].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[Request] შემომთავაზე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განსხვავებული ფასწარმოების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[Explanation] მინდა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დავინახო, რომელი მოდელი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იქნება ყველაზე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ხელმისაწვდომი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მომხმარებლისთვის საწყის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ეტაპზე და ამავდროულად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მოგვცემს მყარ განმეორებად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შემოსავალს (MRR).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[Action] შეადარე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ერთმანეთს: ერთჯერადი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გაყიდვის, ყოველთვიური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გამომწერის (SaaS)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ჰიბრიდული მოდელები.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[Target] წარმოადგინე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ყველაფერი ცხრილის სახით: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პლიუსები, მინუსები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სავარაუდო ფასი.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[Extras] თითოეული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მოდელისთვის დაწერე 1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ძირითადი რისკი. ტონი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შეინარჩუნე საქმიანი.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#1: SCAMPER Sprint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ჩარჩო თქვენი იდეის გარდაქმნისთვის: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შეიყვანეთ ქვემოთ მოცემული პრომპტი;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[აღწერა] თქვენი იდეით;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მიღებული 7 მუტაცია და შეარჩიეთ 1 საუკეთესო ვარიანტი.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270248"/>
            <a:ext cx="54864" cy="50749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270248"/>
            <a:ext cx="3717036" cy="50749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3" y="4343400"/>
            <a:ext cx="3497580" cy="36118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✅ Checklist: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SCAMPER Sprint პრომპტი: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SCAMPER ჩარჩო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იდეისთვის: [ჩაწერე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ყოველი 7 ნაბიჯისთვის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მომეცი 2-3 წინადადებიანი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მუტაცია: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 - Substitute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(ჩანაცვლება): რა შეიძლება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ჩავანაცვლოთ?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 - Combine (გაერთიანება):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ორი იდეა გავაერთიანოთ?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- Adapt (ადაპტაცია):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მსგავსი პროდუქტი არსებობს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სხვა სფეროში?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 - Modify (მოდიფიკაცია):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როგორ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გავადიდოთ/შევამციროთ?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 - Put to other use (სხვა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დანიშნულება): ვინ კიდევ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გამოიყენებს?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 - Eliminate (მოშორება):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 შეგვიძლია ამოვიღოთ?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 - Rearrange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(გადალაგება): რა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პროცესს შევცვლით?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JTBD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პლატფორმა ძაღლის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მომვლელების საპოვნელად].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მომხმარებლისთვის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ჩამოვაყალიბე შემდეგი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განაცხადი: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„როდესაც მივდივარ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მივლინებაში და სახლში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მრჩება ძაღლი, მინდა ვიპოვო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სანდო ადამიანი,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ჩემს ძაღლს მიხედავს, რათა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მშვიდად ვიყო.“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გააანალიზე ეს ფორმულირება: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რამდენად ზუსტად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გადმოსცემს ის 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 ამოცანას, სიტუაციას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ემოციურ მოტივაციას?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შემომთავაზე 2 უფრო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გაუმჯობესებული JTBD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ალტერნატივა.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Mom Test როლური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თამაშის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მცირე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რესტორნის მფლობელი,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თავად უმკლავდება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პროდუქტების შესყიდვას].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ჩაგიტარო ინტერვიუ.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 შენთვის: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ილაპარაკე მოკლედ,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წინადადებით, როგორც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დაკავებულმა ადამიანმა.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ნუ იქნები ზედმეტად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დამყოლი ან თავაზიანი. თუ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რამე პრობლემა არ გაწუხებს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რეალურად, პირდაპირ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მითხარი.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უპასუხე მხოლოდ შენს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წარსულ გამოცდილებაზე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დაყრდნობით.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თუ მზად ხარ, მომესალმე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#2: Lean Canvas ავტომატური შევსება (15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შეავსეთ თქვენი სტარტაპის Lean Canvas AI-ის დახმარებით: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საუკეთესო იდეა და 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და შეცვალეთ [იდეის სახელი] თქვენი სტარტაპით;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9 ბლოკი და შეამოწმეთ მათი ლოგიკური თანმიმდევრობა.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Lean Canvas შევსების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ბიზნეს იდეა: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[იდეის სახელი + 1-2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წინადადებიანი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Lean Canvas-ის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9 ბლოკის შევსება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 თითოეულ ბლოკში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2-3 წინადადება.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იყავი კრიტიკული და მიუთითე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შეუსაბამობებზე.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Problem, 2. 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Key Metrics, 4. Unique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Value Proposition, 5.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Unfair Advantage, 6.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Channels, 7.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Segments, 8. Cost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Structure, 9. Revenue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Streams.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Pre-Mortem სტრეს-ტესტი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ჩაატარეთ თქვენი იდეის "სიკვდილისწინა ანალიზი" (Pre-Mortem) AI-სთან: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(ჩაწერეთ თქვენი იდეა);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გაანალიზეთ AI-ის მიერ მოცემული გაკოტრების 3 მიზანი და მათი პრევენციის გზები.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Pre-Mortem პრომპტი: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მოიქეცი როგორც გამოცდილი,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კრიტიკულად განწყობილი VC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ინვესტორი.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სამიზნე აუდიტორია].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წარმოიდგინე, რომ 1 წელი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გავიდა და ჩემი სტარტაპი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სრულად გაკოტრდა.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ყველაზე რეალური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მიზეზი, რის გამოც ეს მოხდა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(მაგ: ბაზრის არარსებობა,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სირთულე,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უნდობლობა).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მიზეზს მიუწერე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კონკრეტული, პრაქტიკული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ნაბიჯი, როგორ ავიცილო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თავიდან დღესვე.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AI Customer Role-Play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გაესაუბრეთ თქვენს ვირტუალურ იდეალურ მომხმარებელს (ICP):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პრომპტი და სთხოვეთ AI-ს შევიდეს თქვენი ICP-ის როლში;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წარუდგინეთ თქვენი პროდუქტი და სთხოვეთ კრიტიკული კითხვების დასმა;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დიალოგი (1-2 იტერაცია) და დააკვირდით მათ რეაქციას.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Customer Persona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ჩემი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სამიზნე მომხმარებელი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(ICP): [მაგ: ხანდაზმული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პირი, რომელსაც სჭირდება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წამლები ყოველდღიურად / 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იურისტი].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შემოგთავაზებ ჩემს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გადაწყვეტას: [გადაწყვეტის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მოკლე აღწერა].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მიპასუხე შენი პერსონის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სახელიდან და იყავი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რეალისტური: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არის შენი პირველი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ეჭვი ან შიში ამ 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მიმართ?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რატომ შეიძლება თქვა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უარი მის ყიდვაზე?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პირობით გადაიხდიდი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ფულს სიამოვნებით?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დავიწყოთ დიალოგი. დამისვი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შენი პირველი კითხვა.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Andrej Karpathy-ის "ექსპერტთა საბჭო"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გაატარეთ თქვენი იდეა ექსპერტთა ვირტუალურ საბჭოში (Council of Experts):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თქვენი იდეის მოკლე აღწერა;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ქვემოთ მოცემული პრომპტი Claude 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დააკვირდით ექსპერტების (ბიზნესი, UX, CTO) დებატებს და წაიკითხეთ შემაჯამებელი კონსენსუსი.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Andrej Karpathy's Council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შენ ხარ წამყვანი სტარტაპ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მრჩეველი. მინდა ჩაატარო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იდეის ექსპერტთა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საბჭოს (Council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Experts) განხილვა.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იდეაა: [ჩაწერე 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ვირტუალური ექსპერტის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პერსონა: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**ინვესტორი/Founder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(ბიზნეს მოდელი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მოზიდვა)**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**პროდუქტის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დიზაინერი/UX (მომხმარებლის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გამოცდილება და MVP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სირთულე)**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**CTO/დეველოპერი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(ტექნიკური შესრულებადობა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არქიტექტურა)**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გაატარე დებატები ამ 3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ექსპერტს შორის: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თითოეულმა ექსპერტმა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დაწეროს 2-2 კრიტიკული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არგუმენტი ჩემი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შესახებ თავისი სფეროდან.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ექსპერტებმა უნდა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ეკამათონ ერთმანეთს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შესთავაზონ იდეის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გაუმჯობესება.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ბოლოს, მოგვიზადე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შემაჯამებელი დასკვნა: რა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არის იდეის საუკეთესო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ვერსია, რომელზეც ყველა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ექსპერტი თანხმდება.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AI-Powered Smoke Testing &amp; UVP ვალიდაცია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შევამოწმოთ რეალური მოთხოვნა პროდუქტის კოდის დაწერამდე (Smoke Test):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Smoke Test-ის იდეა: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მომხმარებელს ვთავაზობთ პროდუქტის ყიდვას ან რეგისტრაციას მანამ, სანამ ის მზად იქნება. თუ ინტერესი მაღალია, მხოლოდ მაშინ ვიწყებთ Lovable-ით აწყობას.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როგორ დაგვეხმარება AI: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771900" cy="139445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ალტერნატიული სარეკლამო სათაურის (Hook/UVP) შექმნაში;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სადესანტო გვერდის სტრუქტურის განსაზღვრაში;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ინტერესის საზომი მეტრიკების (Click rate) დაგეგმვაში.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 Smoke Test Plan Prompt: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[იდეა].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შემიმუშავე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სარეკლამო სათაური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(Hook/UVP) სატესტოდ.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თითოეული ვარიანტისთვის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რა მეტრიკით გავზომო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ინტერესი (მაგ: CTR, Click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 Register).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როგორ შევქმნა მარტივი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"Smoke Test"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 რეკლამა + Google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Forms, ან Lovable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სადესანტო გვერდი).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რა იქნება წარმატების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მინიმალური ზღვარი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15% კონვერსია).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52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Perplexity კონკურენტების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ძიების 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Search for 3 main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competitors (both global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and local in Georgia) for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the following startup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idea: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გაცვლისა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გაყიდვის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Provide a comparison table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including: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Pricing Model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Key Features and USP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Weaknesses / Customer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Complaints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Determine a potential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"Unfair Advantage" for my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startup based on their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weaknesses.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53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კვირას დილის 10:00 საათამდე (მეორე დღის დაწყებამდე).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54 /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