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 / მისალმება და დღის წესრიგი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 (20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Block I: AI Strategy &amp; Safety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II: AI Tools Overview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III: Brainstorming &amp; SCAMPER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IV: Lean Canvas &amp; ვალიდაცია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V: Wrap-up + Homework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AgriTech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"ჭკვიანი ირიგაციის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სისტემა" (ნიადაგის AI სენსორები, რომლებიც ზოგავს წყალს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იცავს მოსავალს გვალვისგან).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(პრობლემა) -&gt; Solution (გადაწყვეტა)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(ეკონომიკური სარგებელი, წყლის 40%-იანი დაზოგვა).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საქმიანი, ინოვაციური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FinTech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"AI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ბიზნესისთვის" (აპლიკაცია, რომელიც საბანკო ამონაწერებიდან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აგენერირებს დეკლარაციებს ინდ. მეწარმეებისთვის).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(დროის კარგვა საგადასახადოზე) -&gt; Solution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(AI ავტომატიზაცია) -&gt; Value/Ask (დროის 90%-იანი დაზოგვა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ჯარიმების 0% რისკი).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პროფესიონალური, მარტივი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HealthTech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"აფთიაქი-დელივერი"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(წამლების მიწოდება სპეციალური ტემპერატურული რეჟიმის დაცვით,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განსაკუთრებით ქრონიკული პაციენტებისთვის).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(წამლების რიგები ხანდაზმულებისთვის)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(რეცეპტების ავტო-გამოწერა + მიწოდება 1 საათში)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(სოციალური პასუხისმგებლობა და ოპერატიულობა).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ემპათიური, პროფესიონალური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#0: Welcome &amp; Projects Showcase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პრეზენტაცია (30-30-30 ფორმატი):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ვინ ხართ და რა არის თქვენი სფერო;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რა არის იდეა, პროდუქტი და სამიზნე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ტრენერის კითხვები და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პრომპტი მოსამზადებლად: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ვამზადებ Welcome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Projects Showcase-ს.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30-30-30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template: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(სახელი): "მე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ვარ [სახელი], ვმუშაობ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სფეროში."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(იდეა): "ჩემი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 [პროდუქტი/პრობლემა],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 [X]."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(Q&amp;A):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ტრენერის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და ჩემი 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ბუნებრივი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დამახსოვრებადი ვარიანტი.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 / პრეზენტაციის წესები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 / ლიფტის პრეზენტაციის ფორმულა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 / ლიფტის პრეზენტაცია: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 / დღე 1: მიზნები და შედეგები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 / მითი 1: ინოვაცია მოითხოვს უნიკალურობას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 / მითი 2: MVP მოითხოვს დეველოპერებს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 / მითი 3: მაღალი ბიუჯეტი აუცილებელია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Gemini,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 / AI სტრატეგია: 10x ექსპერიმენტების სიჩქარე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5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008375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008375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008375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Claude-ით/Gemini-ით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 / AI სტრატეგია: ხარჯების მინიმიზაცია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 / AI ინსტრუმენტების უსაფრთხოების რეიტინგი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Gemini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 / AI ინსტრუმენტები: გაჟონვისგან დაცვა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ChatGPT-ის, Claude-ისა და Gemini-ს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 / დივერგენტული აზროვნება: იდეების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 / კონვერგენტული აზროვნება: იდეების შერჩევა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SCAMPER Sprint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ჩარჩო თქვენი იდეის გარდაქმნისთვის: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და შეიყვანეთ ქვემოთ მოცემული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[აღწერა] თქვენი იდეით;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მიღებული 7 მუტაცია და შეარჩიეთ 1 საუკეთესო ვარიანტი.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Sprint პრომპტი: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SCAMPER ჩარჩო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იდეისთვის: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🏥 Team 1 (მედიკამენტების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მიტანა): "Substitute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დისტრიბუტორების ჩანაცვლება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 აფთიაქების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ქსელით"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🎒 Team 6 (SPARK 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საზღვარგარეთ სწავლა):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"Combine - საუნივერსიტეტო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გზამკვლევისა და ფინანსური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გრანტების კალკულატორის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გაერთიანება"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🛡️ Team 9 (Scutum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სამოგზაურო ასისტენტი):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"Adapt - Tinder-ის Swipe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ლოგიკის მორგება უსაფრთხო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მარშრუტების შერჩევაზე")*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ყოველი 7 ნაბიჯისთვის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მომეცი 2-3 წინადადებიანი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მუტაცია: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 - Substitute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(ჩანაცვლება): რა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ჩავანაცვლოთ?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 - Combine (გაერთიანება):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ორი იდეა გავაერთიანოთ?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- Adapt (ადაპტაცია):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მსგავსი პროდუქტი არსებობს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სფეროში?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 - Modify (მოდიფიკაცია):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გავადიდოთ/შევამციროთ?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 - Put to other use (სხვა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დანიშნულება): ვინ კიდევ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გამოიყენებს?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 - Eliminate (მოშორება):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შეგვიძლია ამოვიღოთ?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 - Rearrange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(გადალაგება): რა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პროცესს შევცვლით?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 / 5 რატომ: ფესვური მიზეზების ანალიზი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 / What If: ლურჯი ოკეანის პრომპტები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 / JTBD მეთოდოლოგია: Milkshake-ის ქეისი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 / JTBD ფორმულა და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ChatGPT Canvas — ინტერაქტიული ბრეინშტორმინგი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რა შეუძლია Canvas-ს ბრეინშტორმინგში: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ინლაინ რედაქტირება: შეცვალეთ ტექსტი უშუალოდ სამუშაო დაფაზე;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კონკრეტული უკუკავშირი: მონიშნეთ აბზაცი და სთხოვეთ ალტერნატივები;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ვერსიების კონტროლი: დააბრუნეთ წინა წარმატებული იდეები;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✨ სწრაფი ქმედებები: ერთი კლიკით შეცვალეთ ტონის ფორმატები.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როგორ გამოვიყენოთ პრაქტიკაში: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იდეების გენერაცია ჩვეულებრივ ჩატში;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„გახსენი ეს ტექსტი Canvas-ში“ ან გამოიყენეთ ბრძანება „use canvas“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მონიშნეთ სუსტი იდეები და სთხოვეთ მათი გაუმჯობესება;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გააკეთეთ ექსპორტი ან გაუზიარეთ გუნდის წევრებს ბმულით.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🔮 ტენდენციების შემჩნევა და მომავლის პროგნოზირება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AI-ს გამოყენება პროგნოზირებისთვის: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ტენდენციების ანალიზი: მიმდინარე და აღმოცენებადი ტენდენციების შედარება;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სცენარების დაგეგმვა: ოპტიმისტური, პესიმისტური და ყველაზე მოსალოდნელი მომავლის მოდელირება;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ახალი ნიშები: ბაზარზე გამოჩენილი ვაკუუმების იდენტიფიკაცია.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Trend Spotting &amp;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Forecasting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მიმდინარე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[თქვენი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ინდუსტრია]-ში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მიმდინარე ტენდენციები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აღმოცენებადი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/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სიგნალები 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სამომავლო 3-წლიანი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სცენარები: ოპტიმისტური,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პესიმისტური და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სცენარი;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5 კონკრეტული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შესაძლებლობა, რომელიც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ტენდენციებს ეფუძნება.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⚖️ იდეების შეფასება და პრიორიტეტიზაცია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შეფასების კრიტერიუმები (1-10 ბალით):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გავლენა (Impact): რამხელა ეფექტი ექნება ბაზარზე?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განხორციელებადობა (Feasibility): რამდენად ადვილია MVP-ის აწყობა?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დანახარჯი (Cost): რა რესურსებს მოითხოვს? (10 = ძალიან იაფი);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 (Time): რა დრო დასჭირდება გაშვებას? (10 = უსწრაფესი).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Evaluation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იდეები: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[იდეების სია]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კრიტერიუმებით (1-10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ბალით): Impact,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Feasibility, Cost, Time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Market Fit.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წარმოადგინე შედეგები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Markdown ცხრილის სახით.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დააჯგუფე ისინი 4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კატეგორიად: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სწრაფი გამარჯვებები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(Quick Wins -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Impact,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სტრატეგიული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ინიციატივები (დიდი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შემავსებლები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დროის მჭამელები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✨ იდეის დახვეწა და სრულყოფა (Refinement)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იდეის ფილტრაცია 5 მიმართულებით: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კრიტიკა (Critique): რა სუსტი მხარეები აქვს იდეას? რა შეიძლება ჩაიშალოს?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გაძლიერება (Enhance): როგორ გავზარდოთ მისი ძირითადი სარგებელი?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გამორჩევა (Differentiate): რით განსხვავდება არსებული გადაწყვეტებისგან?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გამარტივება (Simplify): როგორ მოვაშოროთ ზედმეტი სირთულეები?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მასშტაბირება (Scale): როგორ გაიზრდება ბიზნესი მომავალში?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Refinement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საწყისი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დამეხმარე მის დახვეწაში.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გააკეთე ანალიზი 5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მიმართულებით: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კრიტიკა (რა არის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წერტილი?);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გაძლიერება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გავხადო უკეთესი?);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გამორჩევა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შევუქმნა უნიკალურობა?);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გამარტივება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მივიღო მარტივი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5. მასშტაბირება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გაიზრდება მომავალში?).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 შემომთავაზე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საბოლოო, დახვეწილი ვერსია.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⚡ სწრაფი პროტოტიპირების იდეაცია (Rapid Prototyping)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სწრაფი პროტოტიპის გეგმის ელემენტები: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ძირითადი ფუნქციონალი: მხოლოდ აუცილებელი Core ფუნქციები;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ტექნოლოგიური სტეკი: No-Code/Low-Code ხელსაწყოების შერჩევა (Lovable, Supabase, Make);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2-კვირიანი სპრინტი: დროში გაწერილი ნაბიჯ-ნაბიჯ გეგმა;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წარმატების მეტრიკა: როგორ მივხვდებით, რომ ტესტმა წარმატებით ჩაიარა?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Rapid MVP Prototyping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2-კვირაში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ასაშენებელი MVP-ის გეგმა: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ფუნქციების სია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(აუცილებელი Core vs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სასურველი);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ტექნოლოგიური სტეკი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(Lovable, Supabase,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Make-ის გამოყენებით);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2-კვირიანი ნაბიჯ-ნაბიჯ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სპრინტის გეგმა;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ტესტირების სტრატეგია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წარმატების კონკრეტული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მეტრიკები.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🔀 ინდუსტრიებს შორის ინოვაცია (Cross-Industry Innovation)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გადაკვეთის პრინციპი (მაგალითები):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🚗 Uber-ის მოდელი: On-Demand სერვისის გადმოტანა სამედიცინო მომსახურებაზე;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📺 Netflix-ის მოდელი: ყოველთვიური გამოწერის (Subscription) გამოყენება სარეცხ საშუალებებზე;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🕹️ გეიმიფიკაცია: თამაშის მექანიზმების (ქულები, ლიდერბორდი) მორგება ფინანსების დაზოგვაზე.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Cross-Industry Innovation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წამყვანი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ინოვაციები და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მოდელები [ინდუსტრია A]-ში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სათამაშო ინდუსტრია).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 გზა, 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შეიძლება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მექანიზმების/პრინციპების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გადატანა და გამოყენება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[ინდუსტრია B]-ში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EdTech საგანმანათლებლო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ტექნოლოგიები საქართველოში)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ახალი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შესაქმნელად.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ბრენდინგის იდეები &amp; შეჯამება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🏷️ სახელების 3 ძირითადი კატეგორია: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აღწერითი: რაც პირდაპირ გამოხატავს საქმიანობას (მაგ: HomeChef, LocalKitchen);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აბსტრაქტული / გამოგონილი: ჟღერადი, ახალი სიტყვები (მაგ: Foodly, Tastora);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ქართული ინსპირაცია / ავთენტური: ლათინურად ნაწარმოები ქართული სიტყვებიდან (მაგ: Supra [სუფრა], Kera [კერა]).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Brand Naming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 15 სახელი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ინდუსტრია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სამიზნე [ICP],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ბრენდის პერსონა [ხასიათი,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მეგობრული].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სახელები დაყავი 3 ჯგუფად: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1) აღწერითი, 2)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აბსტრაქტული, 3)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ლოკალური/ავთენტური.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თითოეულს დაურთე სლოგანი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(Tagline)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1-წინადადებიანი ბრენდის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ისტორია.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ბრენდინგის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დააგენერირე 18 სახელი ახალი პროდუქტისთვის: 1. ინდუსტრია: Food Delivery / სწრაფი კვება საქართველოში. 2. პროდუქტი: მობილური აპლიკაცია, რომელიც ადგილობრივ მზარეულებს მომხმარებლებთან აკავშირებს - სახლში მომზადებული საკვების მიტანის სისტემა. 3. სამიზნე აუდიტორია: 25-45 წლის ურბანული პროფესიონალები, რომლებიც ეძებენ ჯანსაღ, ხარისხიან საკვებს (არა Fast Food). 4. ბრენდის პერსონა: თბილი, ოჯახური, ავთენტური, მაგრამ თანამედროვე. 5. ქართული ხაზგასმა: სახელი უნდა იყოს საერთაშორისო (ლათინური), მაგრამ ასახავდეს ქართულ კულტურას. სახელები დაყავი 3 კატეგორიად (თითოში 6): 1. აღწერითი (მაგ: HomeChef, LocalKitchen); 2. აბსტრაქტული (მაგ: Foodly, Tastora); 3. ქართული ინსპირაცია (მაგ: Supra [სუფრა], Kera [კერა]). თითოეულისთვის მომეცი: სახელი, .ge/.com დომენის ლოგიკა, tagline (ქართულად და ინგლისურად), ბრენდის ისტორია (1 წინადადება).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 /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 / The Mom Test: კარგი და ცუდი კითხვები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 / ღირებულების რუკის შესაბამისობა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 / Lean Canvas-ის პირველი 3 ბლოკი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 / Lean Canvas-ის 4-6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 / Lean Canvas-ის 7-9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#2: Lean Canvas ავტომატური შევსება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შეავსეთ თქვენი სტარტაპის Lean Canvas AI-ის დახმარებით: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საუკეთესო იდეა და 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და შეცვალეთ [იდეის სახელი] თქვენი სტარტაპით;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9 ბლოკი და შეამოწმეთ მათი ლოგიკური თანმიმდევრობა.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Lean Canvas შევსების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ბიზნეს იდეა: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[იდეის სახელი + 1-2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წინადადებიანი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Lean Canvas-ის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9 ბლოკის შევსება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 თითოეულ ბლოკში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2-3 წინადადება.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 კრიტიკული და მიუთითე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შეუსაბამობებზე.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Problem, 2. 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Key Metrics, 4. Unique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 Proposition, 5.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Unfair Advantage, 6.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Channels, 7.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Segments, 8. Cost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Structure, 9. Revenue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Pre-Mortem სტრეს-ტესტი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ჩაატარეთ თქვენი იდეის "სიკვდილისწინა ანალიზი" (Pre-Mortem) AI-სთან: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(ჩაწერეთ თქვენი იდეა);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გაანალიზეთ AI-ის მიერ მოცემული გაკოტრების 3 მიზანი და მათი პრევენციის გზები.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Pre-Mortem პრომპტი: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მოიქეცი როგორც გამოცდილი,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კრიტიკულად განწყობილი VC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ინვესტორი.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სამიზნე აუდიტორია].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⚖️ Team 4 (Legal AI):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"იურიდიული ასისტენტი,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ქმნის კონტრაქტებს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 ენაზე"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🛡️ Team 5 (Compliance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Copilot): "AI პლატფორმა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ფინანსური კომპლაენსის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AML/CFT რეგულაციებისთვის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VASP-ებისთვის")*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წარმოიდგინე, რომ 1 წელი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გავიდა და ჩემი სტარტაპი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სრულად გაკოტრდა.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ყველაზე რეალური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მიზეზი, რის გამოც ეს მოხდა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ბაზრის არარსებობა,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სირთულე,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უნდობლობა).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მიზეზს მიუწერე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კონკრეტული, პრაქტიკული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ნაბიჯი, როგორ ავიცილო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თავიდან დღესვე.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Customer Role-Play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გაესაუბრეთ თქვენს ვირტუალურ იდეალურ მომხმარებელს (ICP):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პრომპტი და სთხოვეთ AI-ს შევიდეს თქვენი ICP-ის როლში;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წარუდგინეთ თქვენი პროდუქტი და სთხოვეთ კრიტიკული კითხვების დასმა;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დიალოგი (1-2 იტერაცია) და დააკვირდით მათ რეაქციას.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Customer Persona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ხანდაზმული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პირი, რომელსაც სჭირდება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წამლები ყოველდღიურად / 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იურისტი].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შემოგთავაზებ ჩემს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გადაწყვეტას: [გადაწყვეტის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მოკლე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მიპასუხე შენი პერსონის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სახელიდან და იყავი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რეალისტური: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არის შენი პირველი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ეჭვი ან შიში ამ 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რატომ შეიძლება თქვა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უარი მის ყიდვაზე?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პირობით გადაიხდიდი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ფულს სიამოვნებით?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 დიალოგი. დამისვი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შენი პირველი კითხვა.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Andrej Karpathy-ის "ექსპერტთა საბჭო"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გაატარეთ თქვენი იდეა ექსპერტთა ვირტუალურ საბჭოში (Council of Experts):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მოკლე აღწერა;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ქვემოთ მოცემული პრომპტი Claude , ChatGPT ან Gemini 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დააკვირდით ექსპერტების (ბიზნესი, UX, CTO) დებატებს და წაიკითხეთ შემაჯამებელი კონსენსუსი.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Andrej Karpathy's Council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წამყვანი სტარტაპ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მრჩეველი. მინდა ჩაატარო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 ექსპერტთა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საბჭოს (Council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Experts) განხილვა.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🤟 Team 3 (AI ასისტენტი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შშმ პირებისთვის): "ხმის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ტექსტად და ტექსტის ხმად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გარდამქმნელი ქართულენოვანი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აპლიკაცია"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🧭 Team 10 (GidAI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ოკუპირებულ მხარეებში): "AI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ტურისტული გზამკვლევი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სამაჩაბლოსა და ოკუპირებულ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რეგიონებში ისტორიული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ბაზით")*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ვირტუალური ექსპერტის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პერსონა: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**ინვესტორი/Founder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(ბიზნეს მოდელი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მოზიდვა)**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**პროდუქტის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დიზაინერი/UX (მომხმარებლის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გამოცდილება და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სირთულე)**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**CTO/დეველოპერი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(ტექნიკური შესრულებადობა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არქიტექტურა)**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გაატარე დებატები ამ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ექსპერტს შორის: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თითოეულმა ექსპერტმა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დაწეროს 2-2 კრიტიკული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არგუმენტი ჩემი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შესახებ თავისი სფეროდან.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ექსპერტებმა უნდა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ეკამათონ ერთმანეთს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შესთავაზონ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ბოლოს, მოგვიზადე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შემაჯამებელი დასკვნა: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არის იდეის საუკეთესო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ვერსია, რომელზეც ყველა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ექსპერტი თანხმდება.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AI-Powered Smoke Testing &amp; UVP ვალიდაცია / Smoke ტესტირება და UVP-ის შემოწმება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შევამოწმოთ რეალური მოთხოვნა პროდუქტის კოდის დაწერამდე (Smoke Test):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Smoke Test-ის იდეა: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მომხმარებელს ვთავაზობთ პროდუქტის ყიდვას ან რეგისტრაციას მანამ, სანამ ის მზად იქნება. თუ ინტერესი მაღალია, მხოლოდ მაშინ ვიწყებთ Lovable-ით აწყობას.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როგორ დაგვეხმარება AI: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771900" cy="139445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ალტერნატიული სარეკლამო სათაურის (Hook/UVP) შექმნაში;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Landing Page-ის სტრუქტურის განსაზღვრაში;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ინტერესის საზომი მეტრიკების (Click rate) დაგეგმვაში.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Smoke Test Plan 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შემიმუშავე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სარეკლამო სათაური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(Hook/UVP) სატესტოდ.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ვარიანტისთვის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მეტრიკით გავზომო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ინტერესი (მაგ: CTR, Click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 Register).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როგორ შევქმნა მარტივი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"Smoke Test"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 რეკლამა + Google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Forms, ან Lovable Landing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Page).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იქნება წარმატების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მინიმალური ზღვარი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15% კონვერსია).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Perplexity კონკურენტების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ძიების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Search for 3 main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competitors (both global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 local in Georgia) for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following startup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Provide a comparison table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including: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Pricing Model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Key Features and USP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Weaknesses /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Complaints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Determine a potential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"Unfair Advantage" for my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startup based on their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weaknesses.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 / საშინაო დავალება: ნაწილი 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კვირას დილის 10:00 საათამდე (მეორე დღის დაწყებამდე).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 / დღე 1: შეჯამება და საკონტროლო სია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