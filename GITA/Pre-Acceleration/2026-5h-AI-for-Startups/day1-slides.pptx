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AI Strategy &amp; Safety Matrix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1:00 - 1:30: AI Tools Overview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1:30 - 2:00: შესვენება (☕ 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2:00 - 3:05: Brainstorming &amp; SCAMPER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3:05 - 4:00: Lean Canvas &amp; VPC Validation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4:00 - 5:00: Wrap-up + Homework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AgriTech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ჭკვიანი სარწყავი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ნათლად გამოკვეთს პრობლემას და წყლის დაზოგვის ეკონომიკურ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სარგებელს.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FinTech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აჩვენებს თუ როგორ ზოგავს მომხმარებელი დროსა და ჯარიმების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რისკს.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HealthTech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აფთიაქი-დელივერი.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ხაზს უსვამს სოციალურ პასუხისმგებლობასა და ოპერატიულობას.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ChatGPT-ისა და Claude-ის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SCAMPER მუტაცია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ტექნიკა ტრადიციული ბიზნესის ტრანსფორმაციისთვის: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ტრადიციული ბიზნესი (მაგ: საოჯახო მარანი, საცხობი, ხილ-ბოსტნის მაღაზია);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და სთხოვეთ SCAMPER-ის მინიმუმ 3 ასოს (მაგ: Combine, Adapt, Eliminate) გამოყენებით ამ ბიზნესის ინოვაციური გარდაქმნა;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შეარჩიეთ 1 ყველაზე საინტერესო იდეა და მოინიშნეთ.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Alternative Ideation: Analogical &amp; Contrarian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ორი დამატებითი ტექნიკა, თუ SCAMPER-ის შემდეგაც გჭირდებათ ახალი კუთხე: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Analogical: „Airbnb for X“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არსებული წარმატებული ბიზნეს მოდელის გადმოტანა თქვენს სფეროში (Uber for X, Netflix for X, Airbnb for X).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19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 სხვადასხვა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"Airbnb for X" ან "Uber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 X" ანალოგიური ბიზნეს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[სფერო]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ინდუსტრიისთვის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საქართველოში.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🚫 Contrarian: წესების დარღვევა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ინდუსტრიის მიღებული სტანდარტის შებრუნება ახალი მოდელის შესაქმნელად (მაგ: სასტუმროში მისაღების გარეშე შესვლა მობილური აპლიკაციით).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517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6003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14900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9764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დაასახელე 3 მიღებული წესი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ინდუსტრიაში და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Contrarian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იდეა, რომელიც ამ წესებს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არღვევს.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 ან მეგობრული.“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შაბათს დილის 10:00 საათამდე.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