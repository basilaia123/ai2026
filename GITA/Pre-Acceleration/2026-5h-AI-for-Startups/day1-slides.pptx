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 / მისალმება და დღის წესრიგი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AgriTech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FinTech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HealthTech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 / პრეზენტაციის წესები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 / ლიფტის პრეზენტაციის ფორმულა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 / ლიფტის პრეზენტაცია: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C.R.E.A.T.E. პრაქტიკაში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გამოცდილი B2B სტარტაპ კონსულტანტი და ფინანსური მოდელირების ექსპერტი. ჩემი სტარტაპია: "AgroOrder" - პლატფორმა, რომელიც ადგილობრივ ფერმერებს რესტორნებთან პირდაპირ აკავშირებს და ლოჯისტიკას თავად მართავს. ჩემი სამიზნე მომხმარებელი (ICP) არის: მცირე და საშუალო ზომის რესტორნები (რომლებსაც სურთ ახალი, ჯანსაღი პროდუქტების სწრაფი მიღება) და რეგიონული ფერმერები. შემიმუშავე 3 განსხვავებული ფასწარმოების მოდელი (Pricing Model) ჩემი პლატფორმისთვის. შეადარე ერთმანეთს შემდეგი ვარიანტები: 1. საკომისიოზე დაფუძნებული (Transaction-based Fee - მაგალითად, 12% ყოველ ტრანზაქციაზე). 2. ყოველთვიური გამომწერის მოდელი (SaaS - სხვადასხვა ტარიფები რესტორნების ზომის მიხედვით). 3. ჰიბრიდული მოდელი (მცირე ფიქსირებული ყოველთვიური გადასახადი + შემცირებული საკომისიო). პასუხი წარმოადგინე სუფთა HTML/Markdown ცხრილის სახით, სადაც თითოეული მოდელისთვის ნაჩვენები იქნება: - მოდელის დასახელება და მოკლე აღწერა. - სავარაუდო ფასი/პროცენტი (ლოკალური ქართული ბაზრის გათვალისწინებით). - 2 ძირითადი უპირატესობა სტარტაპისთვის და 2 უპირატესობა რესტორნისთვის. - 1 კრიტიკული რისკი და მისი შემცირების (Mitigation) გზა. ტონი შეინარჩუნე მკაცრად საქმიანი, ბიზნეს-ანალიტიკური. არ გამოიყენო ზედმეტი შესავალი სიტყვები, დაიწყე პირდაპირ ცხრილით.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 / დღე 1: მიზნები და შედეგები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 / მითი 1: ინოვაცია მოითხოვს უნიკალურობას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 / მითი 2: MVP მოითხოვს დეველოპერებს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 / მითი 3: მაღალი ბიუჯეტი აუცილებელია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Gemini,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 / AI სტრატეგია: 10x ექსპერიმენტების სიჩქარე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Claude-ით/Gemini-ით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 / AI სტრატეგია: ხარჯების მინიმიზაცია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 / AI ინსტრუმენტების უსაფრთხოების რეიტინგი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Gemini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 / AI ინსტრუმენტები: გაჟონვისგან დაცვა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ChatGPT-ის, Claude-ისა და Gemini-ს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 / დივერგენტული აზროვნება: იდეების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 / კონვერგენტული აზროვნება: იდეების შერჩევა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🏥 Team 1 (მედიკამენტების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მიტანა): "Substitute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დისტრიბუტორების ჩანაცვლება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 აფთიაქების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ქსელით"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🎒 Team 6 (SPARK 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საზღვარგარეთ სწავლა):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"Combine - საუნივერსიტეტო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გზამკვლევისა და ფინანსური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გრანტების კალკულატორის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გაერთიანება"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9 (Scutum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სამოგზაურო ასისტენტი):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"Adapt - Tinder-ის Swipe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ლოგიკის მორგება უსაფრთხო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მარშრუტების შერჩევაზე")*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 / 5 რატომ: ფესვური მიზეზების ანალიზი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 / What If: ლურჯი ოკეანის პრომპტები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AI-თან მუშაობის სქემა &amp; პრომპტი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0116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011679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Six Thinking Hats AI Prompt (მოახდინეთ „6 ქუდის“ საბჭოს სიმულაცია):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70078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სტარტაპ კონსულტანტი. გამოიყენე ედვარდ დე ბონოს "Six Thinking Hats" მეთოდოლოგია ჩემი იდეის შესაფასებლად: [იდეის აღწერა]. გააანალიზე იდეა 6 სხვადასხვა პერსპექტივიდან: 1. ⚪ თეთრი: რა ობიექტური ფაქტები და ციფრები გვჭირდება? 2. 🔴 წითელი: რა ემოციები და ინტუიციური შიშები გაუჩნდებათ კლიენტებს? 3. ⚫ შავი: რა არის ყველაზე სარისკო დაშვება და რატომ ჩავარდება პროექტი? 4. 🟡 ყვითელი: რა არის საუკეთესო სცენარი და მაქსიმალური ფინანსური სარგებელი? 5. 🟢 მწვანე: როგორ გადავჭრათ შავი ქუდის მიერ ნაპოვნი პრობლემები კრეატიულად? 6. 🔵 ლურჯი: რა არის ჩვენი შემდეგი ნაბიჯი MVP-ის ვალიდაციისთვის?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73552"/>
            <a:ext cx="45720" cy="15773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3273552"/>
            <a:ext cx="4000500" cy="15773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332841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 შავი ქუდის რისკები (GITA გუნდები):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721608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Team 1 (დრონები): ფრენის რეგულაციები და 40 კგ-ის უსაფრთხოება. Team 4 (GeoLex): AI-ის მიერ მოგონილი სამართლებრივი მუხლები. Team 9 (SCUTUM): სენსორების ცრუ განგაში და აეროგელის გაფრქვევა.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3273552"/>
            <a:ext cx="45720" cy="15773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86300" y="3273552"/>
            <a:ext cx="4000500" cy="15773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8596" y="332841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მწვანე ქუდის გადაწყვეტები: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8596" y="3721608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Team 1: ტესტირება რუსთავის რელიეფზე და მხოლოდ დაშვებულ ზონებში. Team 4: RAG-მოდელის კავშირი მხოლოდ ოფიციალურ წყაროებთან. Team 9: ორმაგი ვერიფიკაციის სენსორების სისტემა.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 / JTBD მეთოდოლოგია: Milkshake-ის ქეისი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 / JTBD ფორმულა და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JTBD მომხმარებლის კვლევა AI-ით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მომხმარებელთა კვლევის (UX Research) და Jobs-to-be-Done (JTBD) მეთოდოლოგიის წამყვანი ექსპერტი. ჩემი პროდუქტია: [მაგალითად: SPARK AI - საზღვარგარეთ სწავლის მოსამზადებელი პლატფორმა მოსწავლეებისა და მშობლებისთვის]. მინდა ჩავატარო ჩემი სამიზნე მომხმარებლის კვლევა. შეასრულე შემდეგი დავალება: 1. შემომთავაზე 3 განსხვავებული მომხმარებლის არქეტიპი (Customer Persona), რომლებიც "დაიქირავებდნენ" ამ პროდუქტს. თითოეულისთვის ჩამოაყალიბე JTBD ფორმულირება: "როდესაც [სიტუაცია], მინდა [აქტივობა], რათა [სასურველი შედეგი]". 2. დაწერე 5 კრიტიკული კითხვა, რომელიც უნდა დავუსვა ამ ადამიანებს რეალური ინტერვიუს დროს, რათა აღმოვაჩინო მათი ფარული შიშები და ბარიერები, რომლებსაც ისინი არ ამხელენ. (კითხვები შეადგინე "The Mom Test" წიგნის პრინციპების მიხედვით - არანაირი ჰიპოთეტური კითხვები მომავალზე, მხოლოდ წარსული გამოცდილება). 3. მოახდინე 1-წუთიანი ინტერვიუს სიმულაცია: შენ ხარ ერთ-ერთი შეშფოთებული მშობელი, რომელსაც შვილი საზღვარგარეთ მიჰყავს სასწავლებლად, მე კი ინტერვიუერი ვარ. დაიწყე პირველი პასუხით ჩემს მისალმებაზე.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ChatGPT Canvas — ინტერაქტიული ბრეინშტორმინგი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რა შეუძლია Canvas-ს ბრეინშტორმინგში: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ინლაინ რედაქტირება: შეცვალეთ ტექსტი უშუალოდ სამუშაო დაფაზე;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კონკრეტული უკუკავშირი: მონიშნეთ აბზაცი და სთხოვეთ ალტერნატივები;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ვერსიების კონტროლი: დააბრუნეთ წინა წარმატებული იდეები;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✨ სწრაფი ქმედებები: ერთი კლიკით შეცვალეთ ტონის ფორმატები.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როგორ გამოვიყენოთ პრაქტიკაში: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იდეების გენერაცია ჩვეულებრივ ჩატში;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„გახსენი ეს ტექსტი Canvas-ში“ ან გამოიყენეთ ბრძანება „use canvas“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მონიშნეთ სუსტი იდეები და სთხოვეთ მათი გაუმჯობესება;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გააკეთეთ ექსპორტი ან გაუზიარეთ გუნდის წევრებს ბმულით.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🔮 ტენდენციების შემჩნევა და მომავლის პროგნოზირება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AI-ს გამოყენება პროგნოზირებისთვის: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ტენდენციების ანალიზი: მიმდინარე და აღმოცენებადი ტენდენციების შედარება;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სცენარების დაგეგმვა: ოპტიმისტური, პესიმისტური და ყველაზე მოსალოდნელი მომავლის მოდელირება;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ახალი ნიშები: ბაზარზე გამოჩენილი ვაკუუმების იდენტიფიკაცია.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Trend Spotting &amp;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Forecasting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მიმდინარე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[თქვენი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ინდუსტრია]-ში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მიმდინარე ტენდენციები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აღმოცენებადი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/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 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სამომავლო 3-წლიანი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სცენარები: ოპტიმისტური,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პესიმისტური და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სცენარი;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5 კონკრეტული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შესაძლებლობა, რომელიც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ტენდენციებს ეფუძნება.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⚖️ იდეების შეფასება და პრიორიტეტიზაცია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შეფასების კრიტერიუმები (1-10 ბალით):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გავლენა (Impact): რამხელა ეფექტი ექნება ბაზარზე?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განხორციელებადობა (Feasibility): რამდენად ადვილია MVP-ის აწყობა?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დანახარჯი (Cost): რა რესურსებს მოითხოვს? (10 = ძალიან იაფი);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 (Time): რა დრო დასჭირდება გაშვებას? (10 = უსწრაფესი).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Evaluation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იდეები: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[იდეების სია]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კრიტერიუმებით (1-10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ბალით): Impact,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Feasibility, Cost, Time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Market Fit.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 შედეგები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Markdown ცხრილის სახით.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დააჯგუფე ისინი 4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კატეგორიად: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სწრაფი გამარჯვებები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(Quick Wins -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Impact,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სტრატეგიული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ინიციატივები (დიდი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შემავსებლები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დროის მჭამელები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✨ იდეის დახვეწა და სრულყოფა (Refinement)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იდეის ფილტრაცია 5 მიმართულებით: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კრიტიკა (Critique): რა სუსტი მხარეები აქვს იდეას? რა შეიძლება ჩაიშალოს?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გაძლიერება (Enhance): როგორ გავზარდოთ მისი ძირითადი სარგებელი?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გამორჩევა (Differentiate): რით განსხვავდება არსებული გადაწყვეტებისგან?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გამარტივება (Simplify): როგორ მოვაშოროთ ზედმეტი სირთულეები?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მასშტაბირება (Scale): როგორ გაიზრდება ბიზნესი მომავალში?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Refinement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საწყისი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დამეხმარე მის დახვეწაში.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გააკეთე ანალიზი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მიმართულებით: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კრიტიკა (რა არის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გაძლიერება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გავხადო უკეთესი?);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გამორჩევა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შევუქმნა უნიკალურობა?);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გამარტივება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მივიღო მარტივი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მასშტაბირება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გაიზრდება მომავალში?).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 შემომთავაზე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საბოლოო, დახვეწილი ვერსია.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⚡ სწრაფი პროტოტიპირების იდეაცია (Rapid Prototyping)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სწრაფი პროტოტიპის გეგმის ელემენტები: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ძირითადი ფუნქციონალი: მხოლოდ აუცილებელი Core ფუნქციები;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ტექნოლოგიური სტეკი: No-Code/Low-Code ხელსაწყოების შერჩევა (Lovable, Supabase, Make);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2-კვირიანი სპრინტი: დროში გაწერილი ნაბიჯ-ნაბიჯ გეგმა;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წარმატების მეტრიკა: როგორ მივხვდებით, რომ ტესტმა წარმატებით ჩაიარა?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Rapid MVP Prototyping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2-კვირაში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ასაშენებელი MVP-ის გეგმა: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ფუნქციების სია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(აუცილებელი Core vs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სასურველი);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ტექნოლოგიური სტეკი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(Lovable, Supabase,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Make-ის გამოყენებით);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2-კვირიანი ნაბიჯ-ნაბიჯ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სპრინტის გეგმა;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ტესტირების სტრატეგია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წარმატების კონკრეტული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მეტრიკები.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🔀 ინდუსტრიებს შორის ინოვაცია (Cross-Industry Innovation)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გადაკვეთის პრინციპი (მაგალითები):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🚗 Uber-ის მოდელი: On-Demand სერვისის გადმოტანა სამედიცინო მომსახურებაზე;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📺 Netflix-ის მოდელი: ყოველთვიური გამოწერის (Subscription) გამოყენება სარეცხ საშუალებებზე;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🕹️ გეიმიფიკაცია: თამაშის მექანიზმების (ქულები, ლიდერბორდი) მორგება ფინანსების დაზოგვაზე.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Cross-Industry Innovation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წამყვანი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ინოვაციები და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მოდელები [ინდუსტრია A]-ში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სათამაშო ინდუსტრია).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 გზა, 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მექანიზმების/პრინციპების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გადატანა და გამოყენება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[ინდუსტრია B]-ში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EdTech საგანმანათლებლო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ტექნოლოგიები საქართველოში)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ახალი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შესაქმნელად.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ბრენდინგის იდეები &amp; შეჯამება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🏷️ სახელების 3 ძირითადი კატეგორია: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აღწერითი: რაც პირდაპირ გამოხატავს საქმიანობას (მაგ: HomeChef, LocalKitchen);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აბსტრაქტული / გამოგონილი: ჟღერადი, ახალი სიტყვები (მაგ: Foodly, Tastora);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ქართული ინსპირაცია / ავთენტური: ლათინურად ნაწარმოები ქართული სიტყვებიდან (მაგ: Supra [სუფრა], Kera [კერა]).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Brand Naming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 15 სახელი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ინდუსტრია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სამიზნე [ICP],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ბრენდის პერსონა [ხასიათი,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მეგობრული].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სახელები დაყავი 3 ჯგუფად: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1) აღწერითი, 2)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აბსტრაქტული, 3)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ლოკალური/ავთენტური.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თითოეულს დაურთე სლოგანი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(Tagline)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1-წინადადებიანი ბრენდის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ისტორია.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ბრენდინგის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დააგენერირე 18 სახელი ახალი პროდუქტისთვის: 1. ინდუსტრია: Food Delivery / სწრაფი კვება საქართველოში. 2. პროდუქტი: მობილური აპლიკაცია, რომელიც ადგილობრივ მზარეულებს მომხმარებლებთან აკავშირებს - სახლში მომზადებული საკვების მიტანის სისტემა. 3. სამიზნე აუდიტორია: 25-45 წლის ურბანული პროფესიონალები, რომლებიც ეძებენ ჯანსაღ, ხარისხიან საკვებს (არა Fast Food). 4. ბრენდის პერსონა: თბილი, ოჯახური, ავთენტური, მაგრამ თანამედროვე. 5. ქართული ხაზგასმა: სახელი უნდა იყოს საერთაშორისო (ლათინური), მაგრამ ასახავდეს ქართულ კულტურას. სახელები დაყავი 3 კატეგორიად (თითოში 6): 1. აღწერითი (მაგ: HomeChef, LocalKitchen); 2. აბსტრაქტული (მაგ: Foodly, Tastora); 3. ქართული ინსპირაცია (მაგ: Supra [სუფრა], Kera [კერა]). თითოეულისთვის მომეცი: სახელი, .ge/.com დომენის ლოგიკა, tagline (ქართულად და ინგლისურად), ბრენდის ისტორია (1 წინადადება).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 /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 / The Mom Test: კარგი და ცუდი კითხვები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 / ღირებულების რუკის შესაბამისობა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 / Lean Canvas-ის პირველი 3 ბლოკი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 / Lean Canvas-ის 4-6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 / Lean Canvas-ის 7-9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55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56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57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⚖️ Team 4 (Legal AI):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"იურიდიული ასისტენტი,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ქმნის კონტრაქტებს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 ენაზე"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5 (Compliance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Copilot): "AI პლატფორმა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ფინანსური კომპლაენსის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AML/CFT რეგულაციებისთვის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VASP-ებისთვის")*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58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"LLM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59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5-ექსპერტიან LLM საბჭოში (Council of LLMs):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 (მაგ: Team 9 ან Team 10);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დააკოპირეთ და გაუშვით მარჯვნივ მოცემული სრულყოფილი პრომპტი Claude-ში (ან ChatGPT-ში)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გააანალიზეთ მრჩეველთა პასუხები, კოლეგიალური მიმოხილვა და მიღებული თავმჯდომარის ვერდიქტი.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თქვენ ხართ LLM საბჭოს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ფასილიტატორი. 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ამოცანაა გაატაროთ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 იდეა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დამოუკიდებელი AI მრჩევლის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სტრუქტურირებულ საბჭოში,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რომლებიც მას სხვადასხვა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კუთხით აანალიზებენ,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 ანონიმურად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მიმოიხილავენ და საბოლოო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ვერდიქტს აჯამებენ.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Team 9 (SCUTUM):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"ხანძრის კერის მოლეკულური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იზოლაცია დინამიკური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აეროგელით ჭერის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მოდულებიდან"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Team 10 (GeoLex): "AI-ზე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დაფუძნებული ქართული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სამართლებრივი ბაზა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საძიებო ანალიტიკა")*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მართეთ საბჭო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ფრეიმვორკის გამოყენებით.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არსებობს 5 ცვლადი,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ქმნის საბჭოს კარგ სესიას.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~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ცვლადი 1: ფორმულირებული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სანამ რომელიმე მრჩეველი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კითხვას დაინახავს,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მოახდინეთ მისი ნეიტრალური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რეფორმულირება. აიღეთ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 და დაწერეთ მკაფიო,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ნეიტრალური პრომპტი,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რომელსაც 5-ვე მრჩეველი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მიიღებს. ფორმულირებული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უნდა მოიცავდეს: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ძირითად გადაწყვეტილებას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ან ბიზნეს მოდელს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საკვანძო კონტექსტს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რა დევს სასწორზე — რატომ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იდეა/გადაწყვეტილება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მნიშვნელოვანი და რა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მისი უმთავრესი რისკი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 დაამატოთ საკუთარი აზრი.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 მიმართოთ პროცესი.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უბრალოდ დარწმუნდით, რომ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მრჩეველს აქვს 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რაც სჭირდება.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ჩემი იდეა ძალიან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ბუნდოვანია, დასვით 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დამაზუსტებელი კითხვა.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მხოლოდ ერთი. შემდეგ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გააგრძელეთ.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~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ცვლადი 2: ხუთი მრჩეველი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ჰყავს ხუთი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ისინი აზროვნების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სტილებია და არა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თანამდებობები.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იხრება თავისი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კუთხისკენ. ისინი არ იცავენ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ბალანსს.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 1 — კონტრარიანი: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აქტიურად ეძებს იმას, რაც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არასწორია, რაც აკლია, რაც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ჩავარდება. უშვებს, რომ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იდეას აქვს სასიკვდილო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ხარვეზი და ცდილობს მის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პოვნას (ბაზრის ზომა,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ტექნოლოგიური შეზღუდვები,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რეგულაციები). ის არ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პესიმისტი — ის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მეგობარი, რომელიც გიცავთ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ცუდი გადაწყვეტილებისგან.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 2 — პირველადი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პრინციპებით მოაზროვნე: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უგულებელყოფს ზედაპირულ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კითხვას. კითხულობს: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„რეალურად რა ფუნდამენტურ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პრობლემას ვჭრით აქ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მომხმარებლისთვის?“.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აშორებს ვარაუდებს. აშენებს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საფუძვლიდან. გეტყვით,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როდესაც საერთოდ არასწორ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კითხვას სვამთ.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 3 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ექსპანსიონისტი: ეძებს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პერსპექტივას, რომელსაც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 სხვა ტოვებს.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იყოს უფრო დიდი?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მიმდებარე შესაძლებლობა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იმალება? როგორ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ამის 10x მასშტაბირება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ინდუსტრიებთან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ინტეგრაცია? არ ადარდებს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რისკი — ადარდებს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მოხდება, თუ ეს იმაზე უკეთ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იმუშავებს, ვიდრე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იყო.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 4 — აუტსაიდერი: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ნულოვანი კონტექსტი აქვს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თქვენს შესახებ, თქვენს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სფეროზე ან ისტორიაზე.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პასობს მხოლოდ იმას, რაც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მის წინაშეა. ამჩნევს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„ცოდნის წყევლას“ 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რაღაცებს, რაც თქვენთვის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აშკარაა, მაგრამ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ჩვეულებრივი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დამაბნეველი და გაუგებარია.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 5 — შემსრულებელი: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მხოლოდ ის ადარდებს,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შესაძლებელია თუ არა ამის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გაკეთება და 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განხორციელების უსწრაფესი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გზა (MVP, Lovable,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Make.com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ინტეგრაცია). უგულებელყოფს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თეორიას და გლობალურ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აზროვნებას. ყველა იდეას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უყურებს პრიზმით: „კარგი,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მაგრამ რას აკეთებ ორშაბათ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დილით?“.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მრჩეველი პასუხობს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150–300 სიტყვით. პირდაპირ.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თავის არიდების გარეშე.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შესავლის გარეშე.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~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ცვლადი 3: კოლეგების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მიმოხილვა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როგორც კი ხუთივე მრჩევლის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 დაიწერება,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მოახდინეთ მათი ანონიმურობა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როგორც Response A-დან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E-მდე. შემთხვევითობის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პრინციპით მიანიჭეთ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მრჩევლებს ასოები.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შემდეგ კვლავ აამოქმედეთ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მრჩეველი,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რეცენზენტი.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რეცენზენტი კითხულობს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ხუთივე ანონიმურ პასუხს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პასუხობს სამ კითხვას: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რომელი პასუხია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ძლიერი? რატომ? (აირჩიეთ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ერთი ასო)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რომელ პასუხს აქვს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ყველაზე დიდი „ბრმა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წერტილი“? რა აკლია მას?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(აირჩიეთ ერთი ასო)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გამორჩა ხუთივე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პასუხს, რაც საბჭომ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განიხილოს?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კოლეგიალური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მიმოხილვა არის 200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სიტყვაზე ნაკლები.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პირდაპირ. პასუხებზე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მითითება ხდება ასოებით.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~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ცვლადი 4: თავმჯდომარის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ვერდიქტი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როგორც კი კოლეგების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მიმოხილვა დასრულდება,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თქვენ ხდებით თავმჯდომარე.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თქვენ ხედავთ ყველაფერს: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ფორმულირებულ კითხვას,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ხუთივე დე-ანონიმირებულ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მრჩევლის პასუხს და ხუთივე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მიმოხილვას.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თქვენი ამოცანა არ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პასუხების გასაშუალოება.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ყველაფრის სინთეზირება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 ვერდიქტად.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გამოიყენეთ ზუსტად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სტრუქტურა: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## რაზე თანხმდება საბჭო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პუნქტები, რომლებზეც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რამდენიმე მრჩეველი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შეთანხმდა (მაღალი ნდობის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## სად არის დაპირისპირება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ნამდვილი უთანხმოებები.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წარმოადგინეთ ორივე მხარე.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## „ბრმა წერტილები“,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რომლებიც საბჭომ დაიჭირა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რაღაცები, რაც მხოლოდ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კოლეგების მიმოხილვისას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გამოიკვეთა.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## რეკომენდაცია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მკაფიო, პირდაპირი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რეკომენდაცია.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## პირველი რიგის ამოცანა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ერთი კონკრეტული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 (Action Item)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ორშაბათ დილისთვის.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~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შესრულების რიგითობა: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მიიღე ჩემი იდეა.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თუ ძალიან ბუნდოვანია,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დასვი ერთი დამაზუსტებელი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კითხვა. შემდეგ გააგრძელე.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გამოიტანე ფორმულირებული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გამოიტანე ხუთივე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მრჩევლის პასუხი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თანმიმდევრობით: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კონტრარიანი → პირველადი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პრინციპები →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ექსპანსიონისტი →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აუტსაიდერი → შემსრულებელი.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მოახდინე პასუხების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ანონიმურობა A–E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(შემთხვევითი ასოებით).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6. გამოიტანე ხუთივე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კოლეგიალური მიმოხილვა.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7. გამოააშკარავე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ანონიმურობის რუკა (რომელ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ასოს რომელი მრჩეველი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შეესაბამება).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8. გამოიტანე თავმჯდომარის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ვერდიქტი ზემოთ მოცემული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ზუსტი სტრუქტურით.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იყავით პირდაპირი მთელი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პროცესის განმავლობაში. ნუ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ეცდებით თავის არიდებას.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აზრი სიცხადეა.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ახლა მოგცემთ კითხვას,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გადაწყვეტილებას ან იდეას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წინაშე წარსადგენად.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მზად ხართ?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 / Smoke ტესტირება და UVP-ის შემოწმება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60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Landing Page-ის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 Landing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61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62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 / საშინაო დავალება: ნაწილი 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63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კვირას დილის 10:00 საათამდე (მეორე დღის დაწყებამდე).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 / დღე 1: შეჯამება და საკონტროლო სია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64 /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