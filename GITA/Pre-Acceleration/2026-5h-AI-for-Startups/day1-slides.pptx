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Namtsetsa (FashionTech, გორი)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სამკერვალო სტარტაპი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👗 სადემონსტრაციო ქეისი: Namtsetsa — ტრანსფორმერი სამოსი დედებისთვის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ორსული და მეძუძური დედები ხარჯავენ დიდ თანხას ტანსაცმელზე, რომელიც რამდენიმე თვეში უსარგებლო ხდება და ლაქტაციისთვის მოუხერხებელია.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ინოვაციური ტრანსფორმერი ტანსაცმელი და ლაქტაციის მაისურები, რომლებიც ორსულობის შემდეგაც იდეალურად ერგება სხეულს.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Namtsetsa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სტარტაპ "ნამცეცა"-ს დამფუძნებელი გორიდან. ჩვენ ვქმნით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ტრანსფორმერ სამოსსა და ლაქტაციის მაისურებს ორსული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მეძუძური დედებისთვის საკუთარ ატელიეში.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(დედების ყოველდღიური დისკომფორტი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ტანსაცმლის ხარჯი) -&gt; Solution (ტრანსფორმერი სამოსი საკუთარი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ატელიიდან) -&gt; Value/Ask (კომფორტი, ხანგრძლივი გამოყენება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წარმოება).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(30 წამში ჩასატევად).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მზრუნველი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MakePlatform (Manufacturing Marketplace)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დეცენტრალიზებული საწარმოო პლატფორმა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სადემონსტრაციო ქეისი: MakePlatform — 3D/CNC დანადგარების ქსელი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დამკვეთებს უჭირთ სწრაფი და ოპტიმალური 3D/CNC დამზადება, ხოლო საამქროების ძვირადღირებული დანადგარები უქმად დგას.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ონლაინ პლატფორმა ავტომატური ფასწარმოქმნით, რომელიც აკავშირებს დამკვეთებს, თავისუფალ დანადგარებსა და CAD ინჟინრებს.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MakePlatform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ჩვენ ვართ ინჟინრები. ვქმნით პლატფორმა MakePlatform-ს 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On-Demand წარმოების ქსელს (3D ბეჭდვა, CNC, ლაზერული ჭრა),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აკავშირებს დამკვეთებს, უქმად მდგარ დანადგარებსა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CAD დიზაინერებს.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(დაუტვირთავი დანადგარები და წარმოების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მაღალი საძიებო ხარჯი) -&gt; Solution (Two-sided marketplace +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CAD სერვისი) -&gt; Value/Ask (დანადგარების 100% დატვირთვა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სწრაფი პროტოტიპირება).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ინოვაციური, ტექნოლოგიური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Flexi (SportTech &amp; B2B SaaS)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სპორტული SaaS პლატფორმა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🏋️ სადემონსტრაციო ქეისი: Flexi — დარბაზების ავტომატიზაცია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დარბაზების 50% მუშაობს ხელით, გადახდებს იგვიანებენ, ვიზიტები არ აღირიცხება და კლიენტების ჩუმ გადინებას (Churn) ვერ აკონტროლებენ.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გადახდების ავტომატიზაცია (+12-25% შემოსავალი), QR Check-in ფიზიკური ბარათების გარეშე და retention ალგორითმი.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Flexi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ჩვენ ვქმნით Flexi-ს — ფიტნეს დარბაზების ციფრულ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ინფრასტრუქტურას. დარბაზების 50% ხელით აგროვებს გადახდებს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კარგავს კლიენტებს. Flexi ავტომატიზირებს გადახდებს, ამატებს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QR-შესვლას და retention ალგორითმით აბრუნებს ყოფილ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(დარბაზების დაკარგული შემოსავალი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რუტინა) -&gt; Solution (გადახდების ავტომატიზაცია + QR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ეკოსისტემა) -&gt; Value/Ask (+12-25% შემოსავლის ზრდა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ინსტალაციის ხარჯის გარეშე).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ენერგიული, ბიზნესზე ორიენტირებული.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👗 Namtsetsa: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ტრანსფორმერი სამოსი ეხმარება ორსულ და მეძუძურ დედებს , რომელთაც სურთ კომფორტი და სტილი , რადგან ერთი სამოსი იდეალურად ერგება სხეულს ორსულობისას, ლაქტაციისას და მის შემდეგაც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MakePlatform: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პლატფორმა ეხმარება ინჟინრებსა და გამომგონებლებს , რომელთაც სურთ სწრაფი 3D/CNC წარმოება , რადგან ავტომატურად აკავშირებს მათ უქმად მდგარ დანადგარებთან და CAD დიზაინერებთან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🏋️ Flexi: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სისტემა ეხმარება ფიტნეს დარბაზების მფლობელებს , რომელთაც აწუხებთ გადაუხდელობა და წევრების გადინება , რადგან სრულად ავტომატიზირებს გადახდებს და QR-ით აღრიცხავს ვიზიტებს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Cold Open: Live "Brutal VC Roast"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ამოწმებს AI იდეის სიცოცხლისუნარიანობას 20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🔥 Live დემოს 3 ეტაპი: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მოხალისის იდეა: 1 მონაწილე 30 წამში ამბობს თავის იდეას;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დაუნდობელი კრიტიკა (Roast): AI პოულობს 3 მიზეზს, რატომ ჩავარდება სტარტაპი;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Pivot &amp; Growth: AI-ს გადაჰყავს იდეა მილიონიან მასშტაბირებად ბიზნეს მოდელში.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Brutal VC Roast Prompt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(Claude / ChatGPT):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Silicon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Valley-ის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ცინიკოსი, მომთხოვნი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დაუნდობლად გაანადგურე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ეს იდეა 3 პუნქტად — რატომ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ჩავარდება ის 6 თვეში,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რისკებს 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ვითვალისწინებ და რატომ 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მოგცემდი $1-საც კი.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ახლა გადადი მსოფლიო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დონის სტარტაპ მენტორის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როლში: რა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პივოტი (Pivot)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გავაკეთო, რომ ეს 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 მასშტაბირებად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მაღალშემოსავლიან ბიზნესად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იქცეს?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ძირითადი კატეგორიები და მიმართულებები 2026 წლის შემოდგომისთვის: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&amp; Multimodal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86639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Claude, ChatGPT, Gemini. ულტრა-სწრაფი მულტიმოდალური მოდელები (ტექსტი, ხმა, ვიზუალი) 2M+ კონტექსტური ფანჯრით. გამოიყენება კოპირაითინგისთვის, ანალიზისა და API ინტეგრაციებისთვის.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Hybrid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86639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(Extended Thinking), ChatGPT (Reasoning), DeepSeek. ეტაპობრივი ლოგიკური აზროვნების მოდელები. შეუდარებელია რთული მათემატიკისთვის, კოდის არქიტექტურისა და სტრატეგიული გადაწყვეტილებებისთვის.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🔬 Deep Research &amp; Vibe 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86639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Perplexity, Gemini &amp; ChatGPT Deep Research. ავტონომიური კვლევის აგენტები. აპლიკაციების შექმნა: Lovable.dev &amp; Bolt.new (Vibe Coding ეპოქა — იდეიდან production React/Supabase MVP-მდე).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 (2026 წლის შემოდგომის მონაცემები)?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(Thinking): ~1410 ELO (N1 კოდირებასა და Hard Prompts-ში)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ChatGPT (Reasoning): ~1405 ELO (N1 STEM-სა და ალგორითმულ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Gemini: ~1375 ELO (N1 მულტიმოდალურ გაგებასა და ვებ-ინტეგრაციაში)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DeepSeek: ~1365 ELO (საუკეთესო ღია Reasoning მოდელი, რეკორდული ფასი/ხარისხი)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ChatGPT: ~1345 ELO (საუკეთესო მაღალსიჩქარიან მულტიმოდალურ ამოცანებში)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 (2026 წლის შემოდგომა):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წაკითხვად ტექსტს გამოსახულებაში, იდეალურია სტარტაპის ლოგოს, ტიპოგრაფიისა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ავთენტურ განათებასა და ტექსტურებს AI-სიპრიალის გარეშე (Hero Images).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კინემატოგრაფიული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🏋️ C.R.E.A.T.E. პრომპტის ნიმუში (Flexi):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AI Customer Simulator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10-წუთიანი სიმულაციური ინტერვიუ თქვენს სამიზნე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ჩააკოპირეთ გვერდითა პრომპტი თქვენი სფეროსა და იდეის მითითებით;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კითხვა: 1) როგორ აგვარებთ ამ პრობლემას დღეს? 2) რა გაღიზიანებთ ყველაზე მეტად? 3) გადაიხდიდით თუ არა ჩემს შეთავაზებაში?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ჩაინიშნეთ 3 მთავარი ინსაითი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პრეტენზიული, დაკავებული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სკეპტიკური სამიზნე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მომხმარებელი ([ჩაწერე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სფერო / 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მფლობელი]).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სტარტაპერი და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ჩაგიტარებ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ინტერვიუს (CustDev).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იყავი მაქსიმალურად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რეალისტური, პირდაპირი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დამეთანხმები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მარტივად. თუ რამე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ბუნდოვანია, მითხარი, რომ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დროს გაკარგვინებ.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მიპასუხე მოკლედ (2-3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წინადადებით),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ადამიანი.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მზად ხარ? დამიდასტურე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წინადადებით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დავიწყოთ!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C.R.E.A.T.E. პრაქტიკაში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გამოცდილი B2B სტარტაპ კონსულტანტი და ფინანსური მოდელირების ექსპერტი. ჩემი სტარტაპია: "movla.ge" - პლატფორმა, რომელიც ეზოს მფლობელებს სანდო მებაღეებთან და გამწვანების ოსტატებთან აკავშირებს და ლოჯისტიკას თავად მართავს. ჩემი სამიზნე მომხმარებელი (ICP) არის: მცირე და საშუალო ზომის რესტორნები (რომლებსაც სურთ ახალი, ჯანსაღი პროდუქტების სწრაფი მიღება) და რეგიონული ფერმერები. შემიმუშავე 3 განსხვავებული ფასწარმოების მოდელი (Pricing Model) ჩემი პლატფორმისთვის. შეადარე ერთმანეთს შემდეგი ვარიანტები: 1. საკომისიოზე დაფუძნებული (Transaction-based Fee - მაგალითად, 12% ყოველ ტრანზაქციაზე). 2. ყოველთვიური გამომწერის მოდელი (SaaS - სხვადასხვა ტარიფები რესტორნების ზომის მიხედვით). 3. ჰიბრიდული მოდელი (მცირე ფიქსირებული ყოველთვიური გადასახადი + შემცირებული საკომისიო). პასუხი წარმოადგინე სუფთა HTML/Markdown ცხრილის სახით, სადაც თითოეული მოდელისთვის ნაჩვენები იქნება: - მოდელის დასახელება და მოკლე აღწერა. - სავარაუდო ფასი/პროცენტი (ლოკალური ქართული ბაზრის გათვალისწინებით). - 2 ძირითადი უპირატესობა სტარტაპისთვის და 2 უპირატესობა რესტორნისთვის. - 1 კრიტიკული რისკი და მისი შემცირების (Mitigation) გზა. ტონი შეინარჩუნე მკაცრად საქმიანი, ბიზნეს-ანალიტიკური. არ გამოიყენო ზედმეტი შესავალი სიტყვები, დაიწყე პირდაპირ ცხრილით.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Ideogram)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Gamma-ს AI გენერაციით 10 წუთში იქმნება ინვესტორული Pitch Deck-ი.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👗 Team 1 (Namtsetsa):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"Substitute - ტრადიციული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სამშობიარო სამოსის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ჩანაცვლება მრავალფუნქციური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ტრანსფორმერით,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ლაქტაციის მერეც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გამოსადეგია"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⚙️ Team 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(MakePlatform): "Combine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3D ბეჭდვის/CNC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დანადგარების სიმძლავრეების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 ონლაინ CAD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დიზაინერების ფრილანს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ბაზასთან"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🏋️ Team 6 (Flexi):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Netflix-ის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გამოწერისა და QR-გასაღების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ფიტნეს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დარბაზების ავტომატურ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გადახდებზე"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🌸 Team 3 (Natusi): "Put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other use - გამხმარი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ყვავილებისა და ეპოქსიდის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გამოყენება არა მხოლოდ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სუვენირად, არამედ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სასტუმროების რეგიონულ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დეკორად QR ისტორიით"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🐑 Team 9 (Wool Cycle):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"Modify / Magnify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მაღალმთიან რეგიონში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გადასაყრელი მატყლის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გარდაქმნა ეკოლოგიურ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სამშენებლო თბოიზოლაციად")*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AI-თან მუშაობის სქემა &amp; პრომპტი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0116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011679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Six Thinking Hats AI Prompt (მოახდინეთ „6 ქუდის“ საბჭოს სიმულაცია):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70078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სტარტაპ კონსულტანტი. გამოიყენე ედვარდ დე ბონოს "Six Thinking Hats" მეთოდოლოგია ჩემი იდეის შესაფასებლად: [იდეის აღწერა]. გააანალიზე იდეა 6 სხვადასხვა პერსპექტივიდან: 1. ⚪ თეთრი: რა ობიექტური ფაქტები და ციფრები გვჭირდება? 2. 🔴 წითელი: რა ემოციები და ინტუიციური შიშები გაუჩნდებათ კლიენტებს? 3. ⚫ შავი: რა არის ყველაზე სარისკო დაშვება და რატომ ჩავარდება პროექტი? 4. 🟡 ყვითელი: რა არის საუკეთესო სცენარი და მაქსიმალური ფინანსური სარგებელი? 5. 🟢 მწვანე: როგორ გადავჭრათ შავი ქუდის მიერ ნაპოვნი პრობლემები კრეატიულად? 6. 🔵 ლურჯი: რა არის ჩვენი შემდეგი ნაბიჯი MVP-ის ვალიდაციისთვის?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 შავი ქუდის რისკები (ახალი ნაკადის გუნდები):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721608"/>
            <a:ext cx="3845052" cy="10744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 (Namtsetsa): ქსოვილების თვითღირებულება და შეკერვის სისწრაფე გორის ატელიეში. Team 2 (MakePlatform): დანადგარის მფლობელების მიერ ვადების დარღვევა და დეტალის უხარისხო ბეჭდვა. Team 6 (Flexi): დარბაზის მფლობელების უნდობლობა საბანკო გადახდების ავტომატიზაციაზე. Team 9 (Wool Cycle): მატყლის შეგროვების რთული ლოგისტიკა მაღალმთიან სოფლებში.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8630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859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მწვანე ქუდის გადაწყვეტები: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8596" y="3721608"/>
            <a:ext cx="3845052" cy="10744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1: სტანდარტიზებული ლეკალოები და ქსოვილების წინასწარი საბითუმო შესყიდვა. Team 2: Escrow გადახდა (თანხა ირიცხება მხოლოდ ხარისხის დადასტურების მერე) + რეიტინგი. Team 6: უფასო სატესტო პერიოდი 1 თვით და შემოსავლის ზრდის გარანტია. Team 9: სეზონური ცენტრალიზებული შეგროვების პუნქტები ადგილობრივ კოოპერატივებთან.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JTBD მომხმარებლის კვლევა AI-ით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მომხმარებელთა კვლევის (UX Research) და Jobs-to-be-Done (JTBD) მეთოდოლოგიის წამყვანი ექსპერტი. ჩემი პროდუქტია: [მაგალითად: Namtsetsa - სამშობიარო და ლაქტაციის ტრანსფორმერი სამოსი ახალბედა დედებისთვის]. მინდა ჩავატარო ჩემი სამიზნე მომხმარებლის კვლევა. შეასრულე შემდეგი დავალება: 1. შემომთავაზე 3 განსხვავებული მომხმარებლის არქეტიპი (Customer Persona): ორსული ქალი მესამე ტრიმესტრში, მეძუძური დედა აქტიური ცხოვრებით, მზრუნველი ოჯახის წევრი (საჩუქრის მყიდველი). თითოეულისთვის ჩამოაყალიბე JTBD ფორმულირება: "როდესაც [სიტუაცია], მინდა [აქტივობა], რათა [სასურველი შედეგი]". 2. დაწერე 5 კრიტიკული კითხვა, რომელიც უნდა დავუსვა ამ ადამიანებს რეალური ინტერვიუს დროს, რათა აღმოვაჩინო მათი ფარული შიშები და ბარიერები, რომლებსაც ისინი არ ამხელენ. (კითხვები შეადგინე "The Mom Test" წიგნის პრინციპების მიხედვით - არანაირი ჰიპოთეტური კითხვები მომავალზე, მხოლოდ წარსული გამოცდილება). 3. მოახდინე 1-წუთიანი ინტერვიუს სიმულაცია: შენ ხარ ერთ-ერთი შეშფოთებული მშობელი, რომელსაც შვილი საზღვარგარეთ მიჰყავს სასწავლებლად, მე კი ინტერვიუერი ვარ. დაიწყე პირველი პასუხით ჩემს მისალმებაზე.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⚙️ Team 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(MakePlatform):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"დისტრიბუციული 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Two-Sided Marketplace (3D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ბეჭდვა, CNC, CAD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ინჟინერია)")*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"LLM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5-ექსპერტიან LLM საბჭოში (Council of LLMs):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 (მაგ: Team 1 ან Team 9);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დააკოპირეთ და გაუშვით მარჯვნივ მოცემული სრულყოფილი პრომპტი Claude-ში (ან ChatGPT-ში)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გააანალიზეთ მრჩეველთა პასუხები, კოლეგიალური მიმოხილვა და მიღებული თავმჯდომარის ვერდიქტი.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 ხართ LLM საბჭოს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ფასილიტატორი. 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ამოცანაა გაატაროთ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 იდეა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დამოუკიდებელი AI მრჩევლის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სტრუქტურირებულ საბჭოში,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რომლებიც მას სხვადასხვა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კუთხით აანალიზებენ,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 ანონიმურად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მიმოიხილავენ და საბოლოო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ვერდიქტს აჯამებენ.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Team 2 (MakePlatform):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"ლოკალური 3D/CNC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დანადგარებისა და CAD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ინჟინრების გაერთიანებული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ონლაინ ბაზარი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ავტომატური ფასწარმოქმნა"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Team 6 (Flexi): "ფიტნეს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დარბაზების ავტომატიზაცია: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გადახდების ავტომატიზაცია,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QR-ვიზიტები და retention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ალგორითმი"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Team 1 (Namtsetsa):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"ორსული და მეძუძური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დედებისთვის ტრანსფორმერი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სამოსის წარმოება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გაყიდვა გორიდან")*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მართეთ საბჭო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ფრეიმვორკის გამოყენებით.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არსებობს 5 ცვლადი,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ქმნის საბჭოს კარგ სესიას.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1: ფორმულირებული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სანამ რომელიმე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კითხვას დაინახავს,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მოახდინეთ მისი ნეიტრალური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რეფორმულირება. აიღეთ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 და დაწერეთ მკაფიო,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ნეიტრალური პრომპტი,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რომელსაც 5-ვე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მიიღებს. ფორმულირებული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უნდა მოიცავდეს: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ძირითად გადაწყვეტილებას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ან ბიზნეს მოდელს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საკვანძო კონტექსტს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რა დევს სასწორზე — რატომ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იდეა/გადაწყვეტილება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მნიშვნელოვანი და რა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მისი უმთავრესი რისკი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 დაამატოთ საკუთარი აზრი.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 მიმართოთ პროცესი.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უბრალოდ დარწმუნდით, რომ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მრჩეველს აქვს 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რაც სჭირდება.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ჩემი იდეა ძალიან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ბუნდოვანია, დასვით 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დამაზუსტებელი კითხვა.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მხოლოდ ერთი. შემდეგ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გააგრძელეთ.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2: ხუთი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ჰყავს ხუთი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ისინი აზროვნების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სტილებია და არა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თანამდებობები.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იხრება თავისი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კუთხისკენ. ისინი არ იცავენ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ბალანსს.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1 — კონტრარიანი: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აქტიურად ეძებს იმას, რაც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არასწორია, რაც აკლია, რაც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ჩავარდება. უშვებს, რომ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იდეას აქვს სასიკვდილო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ხარვეზი და ცდილობს 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პოვნას (ბაზრის ზომა,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ტექნოლოგიური შეზღუდვები,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რეგულაციები). ის არ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პესიმისტი — ის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მეგობარი, რომელიც გიცავთ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ცუდი გადაწყვეტილებისგან.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2 — პირველადი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პრინციპებით მოაზროვნე: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უგულებელყოფს ზედაპირულ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კითხვას. კითხულობს: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„რეალურად რა ფუნდამენტურ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პრობლემას ვჭრით აქ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მომხმარებლისთვის?“.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აშორებს ვარაუდებს. აშენებს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საფუძვლიდან. გეტყვით,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როდესაც საერთოდ არასწორ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კითხვას სვამთ.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3 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ექსპანსიონისტი: ეძებს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პერსპექტივას, რომელსაც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 სხვა ტოვებს.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იყოს უფრო დიდი?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მიმდებარე შესაძლებლობა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იმალება? როგორ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ამის 10x მასშტაბირება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ინდუსტრიებთან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ინტეგრაცია? არ ადარდებს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რისკი — ადარდებს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მოხდება, თუ ეს იმაზე უკეთ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იმუშავებს, ვიდრე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იყო.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4 — აუტსაიდერი: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ნულოვანი კონტექსტი აქვს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თქვენს შესახებ, თქვენს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სფეროზე ან ისტორიაზე.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პასობს მხოლოდ იმას, რაც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მის წინაშეა. ამჩნევს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„ცოდნის წყევლას“ 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რაღაცებს, რაც თქვენთვის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აშკარაა, მაგრამ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ჩვეულებრივი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დამაბნეველი და გაუგებარია.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5 — შემსრულებელი: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მხოლოდ ის ადარდებს,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შესაძლებელია თუ არა ამის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გაკეთება და 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განხორციელების უსწრაფესი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 (MVP, Lovable,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 ინტეგრაცია).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უგულებელყოფს თეორიას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გლობალურ აზროვნებას.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იდეას უყურებს პრიზმით: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„კარგი, მაგრამ რას აკეთებ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ორშაბათ დილით?“.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მრჩეველი პასუხობს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150–300 სიტყვით. პირდაპირ.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თავის არიდების გარეშე.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შესავლის გარეშე.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3: კოლეგების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როგორც კი ხუთივე მრჩევლის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 დაიწერება,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მოახდინეთ მათი ანონიმურობა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როგორც Response A-დან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E-მდე. შემთხვევითობის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პრინციპით მიანიჭეთ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მრჩევლებს ასოები.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შემდეგ კვლავ აამოქმედეთ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მრჩეველი,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რეცენზენტი.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რეცენზენტი კითხულობს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ხუთივე ანონიმურ პასუხს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პასუხობს სამ კითხვას: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რომელი პასუხია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ძლიერი? რატომ? (აირჩიეთ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ერთი ასო)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რომელ პასუხს აქვს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ყველაზე დიდი „ბრმა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წერტილი“? რა აკლია მას?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(აირჩიეთ ერთი ასო)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გამორჩა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პასუხს, რაც საბჭომ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განიხილოს?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კოლეგიალური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 არის 200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სიტყვაზე ნაკლები.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პირდაპირ. პასუხებზე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მითითება ხდება ასოებით.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4: თავმჯდომარის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ვერდიქტი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როგორც კი კოლეგების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 დასრულდება,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 ხდებით თავმჯდომარე.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 ხედავთ ყველაფერს: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ფორმულირებულ კითხვას,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ხუთივე დე-ანონიმირებულ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მრჩევლის პასუხს და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თქვენი ამოცანა არ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პასუხების გასაშუალოება.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ყველაფრის სინთეზირება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 ვერდიქტად.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გამოიყენეთ ზუსტად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სტრუქტურა: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რაზე თანხმდება საბჭო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პუნქტები, რომლებზეც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რამდენიმე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შეთანხმდა (მაღალი ნდობის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სად არის დაპირისპირება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ნამდვილი უთანხმოებები.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წარმოადგინეთ ორივე მხარე.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„ბრმა წერტილები“,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რომლებიც საბჭომ დაიჭირა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რაღაცები, რაც მხოლოდ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კოლეგების მიმოხილვისას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გამოიკვეთა.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რეკომენდაცია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მკაფიო, პირდაპირი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რეკომენდაცია.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პირველი რიგის ამოცანა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ერთი კონკრეტული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 (Action Item)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ორშაბათ დილისთვის.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შესრულების რიგითობა: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მიიღე ჩემი იდეა.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თუ ძალიან ბუნდოვანია,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დასვი ერთი დამაზუსტებელი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კითხვა. შემდეგ გააგრძელე.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გამოიტანე ფორმულირებული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გამოიტანე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მრჩევლის პასუხი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თანმიმდევრობით: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კონტრარიანი → პირველადი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პრინციპები →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ექსპანსიონისტი →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აუტსაიდერი → შემსრულებელი.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მოახდინე პასუხების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ანონიმურობა A–E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(შემთხვევითი ასოებით).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6. გამოიტანე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კოლეგიალური მიმოხილვა.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7. გამოააშკარავე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ანონიმურობის რუკა (რომელ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ასოს რომელი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შეესაბამება).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8. გამოიტანე თავმჯდომარის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ვერდიქტი ზემოთ მოცემული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ზუსტი სტრუქტურით.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იყავით პირდაპირი მთელი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პროცესის განმავლობაში. ნუ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ეცდებით თავის არიდებას.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აზრი სიცხადეა.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ახლა მოგცემთ კითხვას,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გადაწყვეტილებას ან იდეას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წინაშე წარსადგენად.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მზად ხართ?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Landing Page-ის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 Landing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Instant Logo Sprint Ideogram-ში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ლოგო Ideogram-ში: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Ideogram.ai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პრომპტი ქვემოთ მოცემული ფორმულით (S + A + E + L + C + V);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ჩასვით თქვენი სტარტაპის ზუსტი სახელი ბრჭყალებში "[სახელი]"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დააგენერირეთ 4 ვარიანტი და შეარჩიეთ საუკეთესო;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მეწყვილეს! Day 1-ის ხელშესახები გამარჯვება.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Ideogram Logo Formula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modern minimalist vector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logo for a startup named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operating in [სფერო / 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B2B Agro Logistics].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Features clean typography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with the exact text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accompanied by a smart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geometric emblem.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Style: premium tech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branding, vector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aesthetic, flat design,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white background, high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contrast, elegant color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palette (indigo and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emerald), corporate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identity.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Gamma.app,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10-სლაიდიან Pitch Deck-ს Gamma-ში!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