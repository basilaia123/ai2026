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ინსტრუმენტები სტარტაპერებისთვის: იდეიდან პროტოტიპამდე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2-დღიანი პრაქტიკული კურსი · 10 საათი · 20+ AI ხელსაწყო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1: AI Foundation &amp; Validation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იდეების გენერირება, ფილტრაცია, ვალიდაცია, Lean Canvas და მომხმარებლის ინტერვიუს დიზაინი.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&amp; Agenda / მისალმება და დღის წესრიგი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1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0:00 - 0:20: Welcome + Projects Showcase (20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0:20 - 1:00: Block I: AI Strategy &amp; Safety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1:00 - 1:05: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1:05 - 1:45: Block II: AI Tools Overview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1:45 - 2:15: 🥪 მთავარი შესვენება (30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2:15 - 3:15: Block III: Brainstorming &amp; SCAMPER (60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3:15 - 3:20: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3:20 - 4:25: Block IV: Lean Canvas &amp; ვალიდაცია (65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4:25 - 4:30: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4:30 - 5:00: Block V: Wrap-up + Homework (30 წთ)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მუშაობის წესი: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100% პრაქტიკული ვორქშოფი. არანაირი პასიური მოსმენა - ყოველი თეორიის შემდეგ AI-სთან ერთად ვაკეთებთ რეალურ დავალებას.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/ AgriTech პროექტები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აგროტექნოლოგიური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სადემონსტრაციო ქეისი: ჭკვიანი ირიგაციის სისტემა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კლიმატის ცვლილების გამო ფერმერები კარგავენ მოსავალს და ხარჯავენ ზედმეტ წყალს.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ნიადაგის ტენიანობის AI სენსორები, რომლებიც ავტომატურად არეგულირებენ მორწყვას.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AgriTech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ფერმერი/აგრონომი. ჩემი იდეაა "ჭკვიანი ირიგაციის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სისტემა" (ნიადაგის AI სენსორები, რომლებიც ზოგავს წყალს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იცავს მოსავალს გვალვისგან).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(პრობლემა) -&gt; Solution (გადაწყვეტა)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Value/Ask (ეკონომიკური სარგებელი, წყლის 40%-იანი დაზოგვა).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საქმიანი, ინოვაციური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/ FinTech პროექტები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ფინტექ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78308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7830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სადემონსტრაციო ქეისი: AI ბუღალტერია მცირე ბიზნესისთვის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ინდ. მეწარმეები ხარჯავენ საათებს საგადასახადო დეკლარაციების შევსებაზე.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752344"/>
            <a:ext cx="7955279" cy="6949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AI აპლიკაცია, რომელიც ბანკის ამონაწერებიდან ავტომატურად აგენერირებს დეკლარაციებს.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93591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593591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3016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FinTech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867911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895344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ფინანსისტი. ჩემი იდეაა "AI ბუღალტერია მცირე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ბიზნესისთვის" (აპლიკაცია, რომელიც საბანკო ამონაწერებიდან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ავტომატურად აგენერირებს დეკლარაციებს ინდ. მეწარმეებისთვის).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(დროის კარგვა საგადასახადოზე) -&gt; Solution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(AI ავტომატიზაცია) -&gt; Value/Ask (დროის 90%-იანი დაზოგვა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ჯარიმების 0% რისკი).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პროფესიონალური, მარტივი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/ HealthTech პროექტები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ჯანდაცვის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სადემონსტრაციო ქეისი: აფთიაქი-დელივერი ხანდაზმულებისთვის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ქრონიკული დაავადებების მქონე ხანდაზმულებს უჭირთ წამლების რიგებში დგომა.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პერსონალური რეცეპტების ავტომატური გამოწერა და წამლების სახლში მიტანა 1 საათში.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HealthTech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ჯანდაცვის სპეციალისტი. ჩემი იდეაა "აფთიაქი-დელივერი"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(წამლების მიწოდება სპეციალური ტემპერატურული რეჟიმის დაცვით,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განსაკუთრებით ქრონიკული პაციენტებისთვის).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(წამლების რიგები ხანდაზმულებისთვის)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Solution (რეცეპტების ავტო-გამოწერა + მიწოდება 1 საათში)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Value/Ask (სოციალური პასუხისმგებლობა და ოპერატიულობა).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ემპათიური, პროფესიონალური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#0: Welcome &amp; Projects Showcase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თქვენი იდეის პრეზენტაცია (30-30-30 ფორმატი):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ვინ ხართ და რა არის თქვენი სფერო;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რა არის იდეა, პროდუქტი და სამიზნე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ტრენერის კითხვები და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პრომპტი მოსამზადებლად: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ვამზადებ Welcome +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Projects Showcase-ს.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იდეაა: 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30-30-30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template: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(სახელი): "მე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ვარ [სახელი], ვმუშაობ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 სფეროში."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(იდეა): "ჩემი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 [პროდუქტი/პრობლემა],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 [X]."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(Q&amp;A):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მოსალოდნელი ტრენერის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 და ჩემი მოკლე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პასუხი.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ბუნებრივი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დამახსოვრებადი ვარიანტი.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30-30-30 Pitch Rules / პრეზენტაციის წესები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მონაწილეთა პრეზენტაციის მკაცრი სტრუქტურა: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⏱️ დროის გადანაწილება: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პირველი 30 წამი: ვინ ხართ თქვენ და რა არის თქვენი კომპეტენცია?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მეორე 30 წამი: რა არის იდეა, ვისთვის არის და რა პრობლემას ჭრის?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ბოლო 30 წამი: ტრენერის 1-2 კითხვა და თქვენი მკაფიო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კრიტიკული შეცდომა: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დროის გადაცილება (ტაიმერი გაგაჩერებთ);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პროდუქტის ფუნქციების დეტალური ჩამოთვლა ბიზნეს-მოდელის ნაცვლად;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ბუნდოვანი სამიზნე აუდიტორია.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Formula / ლიფტის პრეზენტაციის ფორმულა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სტარტაპის არსი 1 წინადადებაში?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94436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94436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[პროდუქტი]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[სამიზნე მომხმარებელს]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[საჭიროება/ტკივილი]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[გადაწყვეტის ძირითადი მოქმედება]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443984"/>
            <a:ext cx="7955279" cy="1645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"ჩემი ეხმარება , რომელსაც სჭირდება , რადგან ჩვენ 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4879"/>
            <a:ext cx="8229600" cy="9601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რჩევა: სცადეთ თქვენი ფორმულის ხმამაღლა წარმოთქმა 15 წამში. თუ ვერ ასწრებთ, ფორმულა ძალიან რთულია.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Sector Examples / ლიფტის პრეზენტაცია: მაგალითები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Elevator Pitch-ის მაგალითები სხვადასხვა სექტორისთვის: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AgriTech: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ირიგატორი ეხმარება ფერმერებს , რომელთაც სურთ წყლის ხარჯების შემცირება , რადგან სენსორულ მონაცემებზე დაყრდნობით ავტომატურად რწყავს მიწას 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FinTech: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ბუღალტერია ეხმარება მცირე მეწარმეებს , რომელთაც ეშინიათ საგადასახადო ჯარიმების , რადგან დეკლარაციებს 1 წამში აგენერირებს 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HealthTech: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აპლიკაცია ეხმარება ხანდაზმულ პაციენტებს , რომელთაც წამლების მიღება ავიწყდებათ , რადგან ავტომატურად უგზავნის შეხსენებას და აწვდის წამლებს სახლში 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მუშაობის პრინციპი: Transformer, Training &amp;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ამუშავებს და აგენერირებს ტექსტს თანამედროვე ხელოვნური ინტელექტი?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Transformer &amp; Attention: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Transformer არქიტექტურა (Attention Mechanism) საშუალებას აძლევს მოდელს ერთდროულად დაინახოს მთელი წინადადება და განსაზღვროს სიტყვების მნიშვნელობა კონტექსტში.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Training Pipeline: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Pre-training: მოდელი სწავლობს ენის სტრუქტურას ინტერნეტის მილიარდობით ტექსტზე.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Fine-tuning: მოდელის მორგება კონკრეტული ამოცანების შესასრულებლად.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RLHF (ადამიანური უკუკავშირი): მოდელის ქცევის კორექტირება ადამიანების შეფასებების მიხედვით.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ლანდშაფტი 2026: Frontier, Reasoning &amp; Agentic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ხელოვნური ინტელექტის ოთხი ძირითადი კატეგორია და მიმართულება დღეს: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Frontier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ზოგადი და უნივერსალური მოდელები: GPT-5.6 Sol, Claude Sonnet 5, Gemini 3.5 Pro. გამოიყენება კოპირაითინგისთვის, ანალიზისა და თარგმნისთვის.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Reasoning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ლოგიკური აზროვნების მოდელები: o1 / o3, DeepSeek R1, Claude Sonnet with Extended Thinking. იდეალურია რთული მათემატიკისთვის, კოდირებისა და სტრატეგიისთვის.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Agentic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ავტონომიური AI აგენტები (Manus, Devin), რომლებსაც შეუძლიათ დამოუკიდებლად გამოიყენონ ბრაუზერი და კომპიუტერი ამოცანების დასასრულებლად.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რეიტინგი: lmarena.ai &amp; ELO Rating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განვსაზღვროთ რომელი მოდელია რეალურად საუკეთესო თქვენი ბიზნესისთვის?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lmarena.ai (Chatbot Arena):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დამოუკიდებელი პლატფორმა, სადაც მიმდინარეობს მოდელების „ბრმა“ შედარება ადამიანის მიერ (A/B testing). რეიტინგი ითვლება ჭადრაკის ELO სისტემით.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🏆 2026 წლის Top Rankings: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GPT-5.6 Sol: ~1420 ELO (ლიდერი ზოგად ლოგიკაში)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Claude Sonnet 5: ~1390 ELO (საუკეთესო კოდში/ტექსტში)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Gemini 3.5 Pro: ~1350 ELO (საუკეთესო მულტიმედიაში)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DeepSeek R1: ~1240 ELO (საუკეთესო ლოგიკა/ფასი)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AI-ის რეიტინგი: designarena.ai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ხელსაწყოების რეიტინგი გრაფიკისა და ბრენდინგის შესაქმნელად: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 v3/v4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ლოგოებისთვის. საუკეთესოდ აინტეგრირებს ტექსტს სურათებში,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Flux.2 / Flux 1.1 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ფოტო-რეალიზმში. საუკეთესოდ გადმოსცემს ადამიანის ანატომიას, ტექსტურებსა და პროფესიონალურ ფოტოგადაღების სტილს.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🖌️ Midjourney V8.1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ილუსტრაციებში. საუკეთესოა კრეატიული კონცეფტ-არტის, 3D რენდერებისა და მხატვრული სურათებისთვის.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C.R.E.A.T.E. პრომპტინგის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უნივერსალური 6-ელემენტიანი მეთოდოლოგია პროფესიონალური პრომპტების დასაწერად: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C.R.E.A.T.E. პრომპტის ნიმუში (AgroOrder):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5172" y="220370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[Context]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2642616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3081528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[Request]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3520440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5172" y="3959352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[Explanation]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5172" y="439826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C.R.E.A.T.E. პრომპტი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C.R.E.A.T.E. ჩარჩო თქვენი სტარტაპის პირველადი პრომპტის შესადგენად: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პრომპტი C.R.E.A.T.E. მოდელის დაცვით (Context, Request, Explanation, Action, Target, Extras);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სტარტაპის 3 სხვადასხვა ფასწარმოების მოდელი (Pricing Model);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პასუხის ხარისხი.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C.R.E.A.T.E. სავარჯიშო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[Context] მე ვარ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დამფუძნებელი.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პროდუქტია: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მცენარეების ჭკვიანი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სარწყავი სისტემა].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ICP არის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დაკავებული ურბანული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მაცხოვრებლები].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[Request] შემომთავაზე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განსხვავებული ფასწარმოების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[Explanation] მინდა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დავინახო, რომელი მოდელი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იქნება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ხელმისაწვდომი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მომხმარებლისთვის საწყის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ეტაპზე და ამავდროულად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მოგვცემს მყარ განმეორებად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შემოსავალს (MRR).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[Action] შეადარე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ერთმანეთს: ერთჯერადი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გაყიდვის, ყოველთვიური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გამომწერის (SaaS)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ჰიბრიდული მოდელები.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[Target] წარმოადგინე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ყველაფერი ცხრილის სახით: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პლიუსები, მინუსები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სავარაუდო ფასი.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[Extras] თითოეული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მოდელისთვის დაწერე 1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ძირითადი რისკი. ტონი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შეინარჩუნე საქმიანი.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🎬 LIVE DEMO პრომპტი: C.R.E.A.T.E. პრაქტიკაში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196596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1965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საცდელი პრომპტი ChatGPT/Claude/Gemini-სთვის: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7955279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შენ ხარ გამოცდილი B2B სტარტაპ კონსულტანტი და ფინანსური მოდელირების ექსპერტი. ჩემი სტარტაპია: "AgroOrder" - პლატფორმა, რომელიც ადგილობრივ ფერმერებს რესტორნებთან პირდაპირ აკავშირებს და ლოჯისტიკას თავად მართავს. ჩემი სამიზნე მომხმარებელი (ICP) არის: მცირე და საშუალო ზომის რესტორნები (რომლებსაც სურთ ახალი, ჯანსაღი პროდუქტების სწრაფი მიღება) და რეგიონული ფერმერები. შემიმუშავე 3 განსხვავებული ფასწარმოების მოდელი (Pricing Model) ჩემი პლატფორმისთვის. შეადარე ერთმანეთს შემდეგი ვარიანტები: 1. საკომისიოზე დაფუძნებული (Transaction-based Fee - მაგალითად, 12% ყოველ ტრანზაქციაზე). 2. ყოველთვიური გამომწერის მოდელი (SaaS - სხვადასხვა ტარიფები რესტორნების ზომის მიხედვით). 3. ჰიბრიდული მოდელი (მცირე ფიქსირებული ყოველთვიური გადასახადი + შემცირებული საკომისიო). პასუხი წარმოადგინე სუფთა HTML/Markdown ცხრილის სახით, სადაც თითოეული მოდელისთვის ნაჩვენები იქნება: - მოდელის დასახელება და მოკლე აღწერა. - სავარაუდო ფასი/პროცენტი (ლოკალური ქართული ბაზრის გათვალისწინებით). - 2 ძირითადი უპირატესობა სტარტაპისთვის და 2 უპირატესობა რესტორნისთვის. - 1 კრიტიკული რისკი და მისი შემცირების (Mitigation) გზა. ტონი შეინარჩუნე მკაცრად საქმიანი, ბიზნეს-ანალიტიკური. არ გამოიყენო ზედმეტი შესავალი სიტყვები, დაიწყე პირდაპირ ცხრილით.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1: Goals &amp; Deliverables / დღე 1: მიზნები და შედეგები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დღეს ჩვენ შევქმნით შემდეგ ხელშესახებ შედეგებს (Deliverables):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ბლოკი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აქტივობა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შედეგი (Output)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Brainstorming &amp; SCAMPER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10+ იდეის მუტაცია და ფილტრაცია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Lean Canvas &amp; VPC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შევსებული Lean Canvas + JTBD Personas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Interview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5-7 ღია კითხვა მომხმარებელთან საუბრისთვის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502152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მიზანი: დღის ბოლოს გქონდეთ მზა ბიზნეს მოდელი და ვალიდაციის გეგმა, რათა ხვალ დაიწყოთ MVP-ს აწყობა.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1: Innovation requires uniqueness / მითი 1: ინოვაცია მოითხოვს უნიკალურობას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#1: იდეა აუცილებლად სრულიად ახალი და უნიკალური უნდა იყოს ბაზარზე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სტარტაპერები ხშირად უარს ამბობენ იდეაზე, თუ მსგავსი პროდუქტი უკვე არსებობს.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შესრულება (Execution) უფრო მნიშვნელოვანია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წარმატებული სტარტაპების უმრავლესობა არსებულ ბაზარზე მცირე მუტაციით (SCAMPER) და უკეთესი სერვისით იმარჯვებს. მაგალითად: Google არ ყოფილა პირველი საძიებო სისტემა, ხოლო Facebook - პირველი სოციალური ქსელი.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2: MVP requires developers / მითი 2: MVP მოითხოვს დეველოპერებს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65175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65175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#2: MVP-ს (პირველი პროდუქტის) შესაქმნელად მჭირდება დეველოპერთა გუნდი და 3 თვე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ხარჯავენ თვეებს დეველოპერების ძებნაში იდეის ვალიდაციამდე.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No-Code/AI იძლევა სწრაფ ალტერნატივას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Lovable.dev-ითა და Supabase-ით სტარტაპერს შეუძლია თავად ააწყოს მუშა Landing Page მონაცემთა ბაზით სულ რაღაც 45 წუთში, კოდის წერის გარეშე.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3: High budget is essential / მითი 3: მაღალი ბიუჯეტი აუცილებელია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#3: სტარტაპის დასაწყებად საჭიროა დიდი საწყისი კაპიტალი და ინვესტიცია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ელოდებიან გრანტს ან ინვესტორს იდეის შესამოწმებლად.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$0-იანი ვალიდაციის ეპოქა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 ხელსაწყოების (Claude, Gemini, Perplexity, Gamma, Make) უფასო ვერსიებით შეგიძლიათ სრულიად უფასოდ ჩაატაროთ კვლევა, შექმნათ ვიზუალური ბრენდი და მოიზიდოთ პირველი მომხმარებლები.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10x Experimentation Speed / AI სტრატეგია: 10x ექსპერიმენტების სიჩქარე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აჩქარებს AI ექსპერიმენტების სიჩქარეს?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008375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008375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ტრადიციული პროცესი (1 თვე):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ბაზრის კვლევა სააგენტოს მიერ;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დიზაინერის მიერ ლოგოს შექმნა;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კოპირაითერის მიერ ტექსტების 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დეველოპერის მიერ კოდის წერა.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008375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008375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AI-Driven პროცესი (1 დღე):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1396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კვლევა Perplexity-ით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ლოგო Ideogram-ით (5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კოპირაითინგი Claude-ით/Gemini-ით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MVP Lovable-ით (45 წუთი).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Cost Minimization / AI სტრატეგია: ხარჯების მინიმიზაცია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სტარტაპის დაწყების ხარჯების ოპტიმიზაცია AI-ის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Visuals ($0 vs $500)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Ideogram-ითა და Flux-ით იქმნება პროფესიონალური ლოგო და ილუსტრაციები უფასოდ.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💻 Dev ($0 vs $3000)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უფასო ვერსიით ეშვება პირველი MVP, Vercel-ის უფასო ჰოსტინგით.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Ops ($0 vs $400)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Make.com-ის 1000 უფასო ოპერაციით ხდება CRM ბაზის ავტომატიზაცია.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892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დასკვნა: თქვენი მთავარი ხარჯი არის დრო და არა ფული. AI გაძლევთ საშუალებას $0-ით მიაღწიოთ პირველ გაყიდვებამდე.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Safety Ratings Matrix / AI ინსტრუმენტების უსაფრთხოების რეიტინგი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რომელი AI ინსტრუმენტებია უსაფრთხო თქვენი სტარტაპის მონაცემებისთვის?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ინსტრუმენტი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რეიტინგი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მონაცემთა გამოყენება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რეკომენდაცია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NotebookLM / Lovable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GO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გამოიყენება წვრთნისთვის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უსაფრთხოა ბიზნეს დოკუმენტებისთვის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Claude / Gemini / Perplexity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CAUTION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შეიძლება გამოიყენოს, თუ არ გათიშავთ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გამოიყენეთ კოპირაითინგისთვის, პირადი მონაცემების გარეშე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ChatGPT Free / Gemini Free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STOP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ყველა მონაცემს იყენებს წვრთნისთვის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ჩაწეროთ საიდუმლო ფორმულები ან კოდი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Data Leakage Protection / AI ინსტრუმენტები: გაჟონვისგან დაცვა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დავიცვათ თავი მონაცემთა გაჟონვისგან (Data Leakage)?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უსაფრთხოების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გათიშეთ Training პარამეტრი: ChatGPT-ის, Claude-ისა და Gemini-ს პარამეტრებში გათიშეთ „Improve model for everyone“;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ფილტრაცია: AI-ში ჩაწერამდე წაშალეთ მომხმარებლის ელფოსტა, ტელეფონის ნომერი და გვარი;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Enterprise ვერსიები: თუ ბიუჯეტი გაქვთ, გამოიყენეთ API ვერსიები, რადგან API-ით გაგზავნილი მონაცემები არასოდეს გამოიყენება მოდელის წვრთნისთვის.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Divergent Thinking: Ideation Flow / დივერგენტული აზროვნება: იდეების გენერაცია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გამოვიყენოთ AI იდეების რაოდენობრივი გაფართოებისთვის?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წესი: რაოდენობა ბადებს ხარისხს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ამ ეტაპზე არ ვფილტრავთ იდეებს. ვავალებთ AI-ს გენერირებას სხვადასხვა კუთხით.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2880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916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Divergent Ideation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54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182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იმოქმედე როგორც კრეატიული სტარტაპ მენტორი.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ბაზისური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20 სრულიად განსხვავებული მიმართულება და ნიშა ამ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უჩვეულო კავშირები და მოერიდე სტანდარტულ პასუხებს.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Convergent Thinking: Pruning &amp; Selection / კონვერგენტული აზროვნება: იდეების შერჩევა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შევამციროთ 20 იდეა 1 ფინალურ პროექტამდე?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ფილტრაციის კრიტერიუმები: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Traction Potential: რამდენად მარტივია პირველი 10 მომხმარებლის მოზიდვა?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Feasibility: შესაძლებელია თუ არა MVP-ს აწყობა Lovable-ით 1 დღეში?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Market Need: რამდენად მტკივნეულია პრობლემა მომხმარებლისთვის?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პრაქტიკული ნაბიჯი: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AI-ს ვთხოვთ იდეების შეფასებას მატრიცის მიხედვით: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5172" y="275234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2752344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2807208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2834640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3 იდეა [იდეები]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0-10 შკალაზე: 1) მარტივი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MVP, 2) პირველი გაყიდვების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სიჩქარე, 3) კონკურენციის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სიმცირე. წარმოადგინე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ცხრილის სახით.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 მეთოდოლოგია: 7 გზა ინოვაციისთვის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ინოვაციის მიღების 7 გზა ნებისმიერი ტრადიციული ბიზნესისთვის: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ასო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მაგალითი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 - Substitute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შენაცვლება შეგვიძლია?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ოფისის ჩანაცვლება 24/7 AI ხმოვანი ასისტენტით.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 - Combine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გაერთიანება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ირიგაციის სისტემისა და აგრო-დაზღვევის გაერთიანება.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A - Adapt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მოვარგოთ სხვა სფეროს?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Tinder-ის „Swipe“ მოდელის მორგება ვაკანსიების ძებნაზე.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 - Modify / Magnify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გადიდება/შეცვლა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სისხლის ანალიზის პასუხი 24 საათის ნაცვლად 1 წუთში.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 - Put to other 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სად შეიძლება სხვაგან გამოყენება?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ნარჩენი მონაცემების გამოყენება ბაზრის ტრენდების პროგნოზირებისთვის.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 - Eliminate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მოცილება შეიძლება?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ეტაპის გაუქმება - პირდაპირ Google-ით 1 წამში.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R - 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შებრუნება შეიძლება?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BNPL: ჯერ პროდუქტი, მერე გადახდა, ტრადიციული წინასწარი გადახდის ნაცვლად.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SCAMPER: Worked Example — ჭკვიანი ირიგაცია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გამოიყურება SCAMPER-ის 7 ნაბიჯი გამოყენებული ერთსა და იმავე იდეაზე?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S +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ჩაანაცვლეთ ოპერატორები 24/7 AI ასისტენტით და გააერთიანეთ სისტემა აგრო-დაზღვევასთან: თუ ფერმერი იყენებს AI მორწყვას, დაზღვევა უფრო იაფია.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🔌 A +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მოარგეთ Tinder-ის Swipe მოდელი პარტნიორი მომწოდებლების შერჩევას. ასევე, გაზარდეთ სიზუსტე: სენსორმა 24 საათის ნაცვლად 1 წუთში აჩვენოს ტენიანობის დონე.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🔁 P + E + 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ნიადაგის ისტორიული მონაცემები მოსავლის პროგნოზირებისთვის, გააუქმეთ რთული რეგისტრაცია და შესთავაზეთ სენსორი იჯარით (ჯერ სარგებელი, მერე გადახდა).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#1: SCAMPER Sprint (25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SCAMPER ჩარჩო თქვენი იდეის გარდაქმნისთვის: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და შეიყვანეთ ქვემოთ მოცემული პრომპტი;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შეცვალეთ [აღწერა] თქვენი იდეით;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მიღებული 7 მუტაცია და შეარჩიეთ 1 საუკეთესო ვარიანტი.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SCAMPER Sprint პრომპტი: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SCAMPER ჩარჩო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იდეისთვის: [ჩაწერე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*(მაგალითად: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🏥 Team 1 (მედიკამენტების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მიტანა): "Substitute -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დისტრიბუტორების ჩანაცვლება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ლოკალური აფთიაქების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ქსელით"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🎒 Team 6 (SPARK AI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საზღვარგარეთ სწავლა):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"Combine - საუნივერსიტეტო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გზამკვლევისა და ფინანსური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გრანტების კალკულატორის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გაერთიანება"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🛡️ Team 9 (Scutum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სამოგზაურო ასისტენტი):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"Adapt - Tinder-ის Swipe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ლოგიკის მორგება უსაფრთხო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მარშრუტების შერჩევაზე")*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ყოველი 7 ნაბიჯისთვის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მომეცი 2-3 წინადადებიანი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მუტაცია: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 - Substitute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(ჩანაცვლება): რა შეიძლება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ჩავანაცვლოთ?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 - Combine (გაერთიანება):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ორი იდეა გავაერთიანოთ?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- Adapt (ადაპტაცია):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მსგავსი პროდუქტი არსებობს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სხვა სფეროში?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 - Modify (მოდიფიკაცია):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გავადიდოთ/შევამციროთ?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 - Put to other use (სხვა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დანიშნულება): ვინ კიდევ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გამოიყენებს?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 - Eliminate (მოშორება):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შეგვიძლია ამოვიღოთ?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 - Rearrange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(გადალაგება): რა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პროცესს შევცვლით?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 Whys: Deep Root-Cause Analysis / 5 რატომ: ფესვური მიზეზების ანალიზი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მივაგნოთ მომხმარებლის რეალურ ტკივილს?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5 Whys მაგალითი: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86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რწყავს ფერმერი მიწას დროულად? - წყალი ძვირია;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ძვირი? - ბევრს ხარჯავს ზედმეტი მორწყვით;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რწყავს ზედმეტად? - არ იცის ნიადაგის რეალური ტენიანობა;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იცის? - არ აქვს საზომი ხელსაწყოები;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აქვს? - ბაზარზე არსებული სისტემები რთული და ძვირია.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562856"/>
            <a:ext cx="7955279" cy="21488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ფესვური პრობლემა: ფერმერს სჭირდება იაფი და მარტივი საზომი, არა დიდი ტექნიკა.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What If: Blue Ocean Opportunity Prompts / What If: ლურჯი ოკეანის პრომპტები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სტანდარტების დარღვევა და ახალი ბაზრების (Blue Ocean) პოვნა: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928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89280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What If კითხვების დიზაინი: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2984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ჩვენს საიტს არ ექნება ფასები და მომხმარებელი თავად გადაიხდის იმდენს, რამდენსაც საჭიროდ ჩათვლის?“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ჩვენი პროდუქტი იმუშავებს სრულიად ხაზგარეშე (Offline)?“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70332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73989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What If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7763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005072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დამისვი 5 პროვოკაციული "What If" კითხვა, რომელიც მთლიანად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შეცვლის ამ ბიზნესის ტრადიციულ წესებს და დამეხმარება ახალი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ბაზრის პოვნაში.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6 ქუდის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იდეის სისტემატური, მრავალმხრივი შეფასების 6 პერსპექტივა: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ქუდი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ფოკუსი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⚪ თეთრი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ინფორმაცია და ციფრები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ობიექტური ფაქტები გვაქვს?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წითელი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ინტუიცია და ემოციები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რას გრძნობს დამფუძნებელი და მომხმარებელი?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⚫ შავი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რისკები და კრიტიკა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რატომ ჩაფლავდება იდეა?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ყვითელი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ოპტიმიზმი და სარგებელი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საუკეთესო სცენარი?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მწვანე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კრეატიულობა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გადავჭრათ შავი ქუდის რისკები?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🔵 ლურჯი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შეჯამება და მართვა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ჩვენი შემდეგი ნაბიჯი?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AI-თან მუშაობის სქემა &amp; პრომპტი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0116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011679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Six Thinking Hats AI Prompt (მოახდინეთ „6 ქუდის“ საბჭოს სიმულაცია):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700784"/>
            <a:ext cx="7955279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შენ ხარ სტარტაპ კონსულტანტი. გამოიყენე ედვარდ დე ბონოს "Six Thinking Hats" მეთოდოლოგია ჩემი იდეის შესაფასებლად: [იდეის აღწერა]. გააანალიზე იდეა 6 სხვადასხვა პერსპექტივიდან: 1. ⚪ თეთრი: რა ობიექტური ფაქტები და ციფრები გვჭირდება? 2. 🔴 წითელი: რა ემოციები და ინტუიციური შიშები გაუჩნდებათ კლიენტებს? 3. ⚫ შავი: რა არის ყველაზე სარისკო დაშვება და რატომ ჩავარდება პროექტი? 4. 🟡 ყვითელი: რა არის საუკეთესო სცენარი და მაქსიმალური ფინანსური სარგებელი? 5. 🟢 მწვანე: როგორ გადავჭრათ შავი ქუდის მიერ ნაპოვნი პრობლემები კრეატიულად? 6. 🔵 ლურჯი: რა არის ჩვენი შემდეგი ნაბიჯი MVP-ის ვალიდაციისთვის?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73552"/>
            <a:ext cx="45720" cy="15773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3273552"/>
            <a:ext cx="4000500" cy="15773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332841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⚫ შავი ქუდის რისკები (GITA გუნდები):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3721608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Team 1 (დრონები): ფრენის რეგულაციები და 40 კგ-ის უსაფრთხოება. Team 4 (GeoLex): AI-ის მიერ მოგონილი სამართლებრივი მუხლები. Team 9 (SCUTUM): სენსორების ცრუ განგაში და აეროგელის გაფრქვევა.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3273552"/>
            <a:ext cx="45720" cy="15773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86300" y="3273552"/>
            <a:ext cx="4000500" cy="15773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68596" y="332841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მწვანე ქუდის გადაწყვეტები: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8596" y="3721608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Team 1: ტესტირება რუსთავის რელიეფზე და მხოლოდ დაშვებულ ზონებში. Team 4: RAG-მოდელის კავშირი მხოლოდ ოფიციალურ წყაროებთან. Team 9: ორმაგი ვერიფიკაციის სენსორების სისტემა.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Worked Example — ირიგაციის სისტემა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ერთი და იგივე იდეა, გატარებული სამივე წყვილ ქუდში: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⚪🔴 თეთრი + წითელი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„საქართველოში არის 40,000 მცირე ფერმერი, აქედან მხოლოდ 15% იყენებს წვეთოვან სისტემებს. ამასთან, ფერმერებს ეშინიათ ახალი ტექნოლოგიების, რადგან ჰგონიათ, რომ რთულია.“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⚫🟡 შავი + ყვითელი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„რისკი: ინტერნეტი რეგიონებში სუსტია და სენსორების ფასი მაღალია. სარგებელი: ფერმერი ზოგავს 40% წყალს, სისტემა ხარჯებს 3 თვეში ანაზღაურებს.“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62706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62706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4175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🟢🔵 მწვანე + ლურჯი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810761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„გადაწყვეტა: მონაცემები SMS-ით ინტერნეტის ნაცვლად, სენსორები იჯარით ყიდვის ნაცვლად. შემდეგი ნაბიჯი: 1 სწრაფი ინტერვიუ ფერმერთან იჯარის მოდელის შესამოწმებლად.“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Milkshake Story / JTBD მეთოდოლოგია: Milkshake-ის ქეისი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კლეიტონ კრისტენსენის ლეგენდარული ქეისი - რატომ ყიდულობენ ადამიანები მილქშეიკს დილით?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ანალიზი (დემოგრაფია):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მილქშეიკს ყიდულობენ 25-35 წლის მამაკაცები, რომელთაც უყვართ ტკბილი.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ანალიზი (JTBD):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მომხმარებელი „ქირაობს“ მილქშეიკს, რათა გრძელი და მოსაწყენი მგზავრობისას მანქანაში ჰქონდეს რაღაც ნოყიერი, რაც დიდხანს არ გათავდება და ხელს დაუკავებს.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30168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დასკვნა: თქვენი კონკურენტი შეიძლება იყოს არა სხვა მილქშეიკი, არამედ ბანანი ან ორცხობილა.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Formula &amp; Examples / JTBD ფორმულა და მაგალითები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JTBD მომხმარებლისთვის?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163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1635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 მინდა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რათა შევძლო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[სიტუაცია/კონტექსტი], [რა ქმედება ან ფუნქცია მჭირდება], [რა საბოლოო შედეგს/ემოციას ველოდები].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4058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9544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JTBD ფორმულირება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ჩამოაყალიბეთ თქვენი სტარტაპის ძირითადი JTBD ფორმულა: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თქვენი სტარტაპის JTBD ფორმულა: „როდესაც [სიტუაცია], მინდა [აქტივობა], რათა [სასურველი შედეგი]“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გაუკეთოს კრიტიკა ამ ფორმულას და შემოგთავაზოთ 2 უფრო ზუსტი და სპეციფიკური ალტერნატივა.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JTBD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ვავითარებ სტარტაპს: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პლატფორმა ძაღლის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მომვლელების საპოვნელად].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მომხმარებლისთვის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ჩამოვაყალიბე შემდეგი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განაცხადი: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„როდესაც მივდივარ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მივლინებაში და სახლში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მრჩება ძაღლი, მინდა ვიპოვო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სანდო ადამიანი, რომელიც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ჩემს ძაღლს მიხედავს, რათა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მშვიდად ვიყო.“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ეს ფორმულირება: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რამდენად ზუსტად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გადმოსცემს ის მომხმარებლის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 ამოცანას, სიტუაციას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ემოციურ მოტივაციას?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შემომთავაზე 2 უფრო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გაუმჯობესებული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ალტერნატივა.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🎬 LIVE DEMO პრომპტი: JTBD მომხმარებლის კვლევა AI-ით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196596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1965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საცდელი პრომპტი ChatGPT/Claude/Gemini-სთვის: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7955279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შენ ხარ მომხმარებელთა კვლევის (UX Research) და Jobs-to-be-Done (JTBD) მეთოდოლოგიის წამყვანი ექსპერტი. ჩემი პროდუქტია: [მაგალითად: SPARK AI - საზღვარგარეთ სწავლის მოსამზადებელი პლატფორმა მოსწავლეებისა და მშობლებისთვის]. მინდა ჩავატარო ჩემი სამიზნე მომხმარებლის კვლევა. შეასრულე შემდეგი დავალება: 1. შემომთავაზე 3 განსხვავებული მომხმარებლის არქეტიპი (Customer Persona), რომლებიც "დაიქირავებდნენ" ამ პროდუქტს. თითოეულისთვის ჩამოაყალიბე JTBD ფორმულირება: "როდესაც [სიტუაცია], მინდა [აქტივობა], რათა [სასურველი შედეგი]". 2. დაწერე 5 კრიტიკული კითხვა, რომელიც უნდა დავუსვა ამ ადამიანებს რეალური ინტერვიუს დროს, რათა აღმოვაჩინო მათი ფარული შიშები და ბარიერები, რომლებსაც ისინი არ ამხელენ. (კითხვები შეადგინე "The Mom Test" წიგნის პრინციპების მიხედვით - არანაირი ჰიპოთეტური კითხვები მომავალზე, მხოლოდ წარსული გამოცდილება). 3. მოახდინე 1-წუთიანი ინტერვიუს სიმულაცია: შენ ხარ ერთ-ერთი შეშფოთებული მშობელი, რომელსაც შვილი საზღვარგარეთ მიჰყავს სასწავლებლად, მე კი ინტერვიუერი ვარ. დაიწყე პირველი პასუხით ჩემს მისალმებაზე.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🎨 ChatGPT Canvas — ინტერაქტიული ბრეინშტორმინგი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რა შეუძლია Canvas-ს ბრეინშტორმინგში: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962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📝 ინლაინ რედაქტირება: შეცვალეთ ტექსტი უშუალოდ სამუშაო დაფაზე;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კონკრეტული უკუკავშირი: მონიშნეთ აბზაცი და სთხოვეთ ალტერნატივები;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ვერსიების კონტროლი: დააბრუნეთ წინა წარმატებული იდეები;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✨ სწრაფი ქმედებები: ერთი კლიკით შეცვალეთ ტონის ფორმატები.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517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როგორ გამოვიყენოთ პრაქტიკაში: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იდეების გენერაცია ჩვეულებრივ ჩატში;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„გახსენი ეს ტექსტი Canvas-ში“ ან გამოიყენეთ ბრძანება „use canvas“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მონიშნეთ სუსტი იდეები და სთხოვეთ მათი გაუმჯობესება;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გააკეთეთ ექსპორტი ან გაუზიარეთ გუნდის წევრებს ბმულით.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🔮 ტენდენციების შემჩნევა და მომავლის პროგნოზირება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AI-ს გამოყენება პროგნოზირებისთვის: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ტენდენციების ანალიზი: მიმდინარე და აღმოცენებადი ტენდენციების შედარება;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სცენარების დაგეგმვა: ოპტიმისტური, პესიმისტური და ყველაზე მოსალოდნელი მომავლის მოდელირება;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ახალი ნიშები: ბაზარზე გამოჩენილი ვაკუუმების იდენტიფიკაცია.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Trend Spotting &amp;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Forecasting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მიმდინარე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ტენდენციები [თქვენი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ინდუსტრია]-ში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დააგენერირე: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მიმდინარე ტენდენციები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(5 ტენდენცია);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აღმოცენებადი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ტენდენციები / სუსტი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სიგნალები (5 ტენდენცია);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სამომავლო 3-წლიანი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სცენარები: ოპტიმისტური,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პესიმისტური და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მოსალოდნელი სცენარი;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5 კონკრეტული ბიზნეს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შესაძლებლობა, რომელიც ამ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ტენდენციებს ეფუძნება.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⚖️ იდეების შეფასება და პრიორიტეტიზაცია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შეფასების კრიტერიუმები (1-10 ბალით):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962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გავლენა (Impact): რამხელა ეფექტი ექნება ბაზარზე?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განხორციელებადობა (Feasibility): რამდენად ადვილია MVP-ის აწყობა?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დანახარჯი (Cost): რა რესურსებს მოითხოვს? (10 = ძალიან იაფი);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 (Time): რა დრო დასჭირდება გაშვებას? (10 = უსწრაფესი).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 Evaluation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იდეები: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[იდეების სია] შემდეგი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კრიტერიუმებით (1-10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ბალით): Impact,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Feasibility, Cost, Time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Market Fit.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წარმოადგინე შედეგები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Markdown ცხრილის სახით.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დააჯგუფე ისინი 4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კატეგორიად: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სწრაფი გამარჯვებები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(Quick Wins -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Impact, 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სტრატეგიული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ინიციატივები (დიდი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შემავსებლები (დაბალი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დროის მჭამელები (დაბალი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✨ იდეის დახვეწა და სრულყოფა (Refinement)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იდეის ფილტრაცია 5 მიმართულებით: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კრიტიკა (Critique): რა სუსტი მხარეები აქვს იდეას? რა შეიძლება ჩაიშალოს?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გაძლიერება (Enhance): როგორ გავზარდოთ მისი ძირითადი სარგებელი?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გამორჩევა (Differentiate): რით განსხვავდება არსებული გადაწყვეტებისგან?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გამარტივება (Simplify): როგორ მოვაშოროთ ზედმეტი სირთულეები?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მასშტაბირება (Scale): როგორ გაიზრდება ბიზნესი მომავალში?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 Refinement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საწყისი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დამეხმარე მის დახვეწაში.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გააკეთე ანალიზი 5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მიმართულებით: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კრიტიკა (რა არის სუსტი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წერტილი?);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გაძლიერება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გავხადო უკეთესი?);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გამორჩევა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შევუქმნა უნიკალურობა?);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გამარტივება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მივიღო მარტივი MVP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ვერსია?);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5. მასშტაბირება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გაიზრდება მომავალში?).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ბოლოს შემომთავაზე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საბოლოო, დახვეწილი ვერსია.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⚡ სწრაფი პროტოტიპირების იდეაცია (Rapid Prototyping)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სწრაფი პროტოტიპის გეგმის ელემენტები: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ძირითადი ფუნქციონალი: მხოლოდ აუცილებელი Core ფუნქციები;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ტექნოლოგიური სტეკი: No-Code/Low-Code ხელსაწყოების შერჩევა (Lovable, Supabase, Make);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2-კვირიანი სპრინტი: დროში გაწერილი ნაბიჯ-ნაბიჯ გეგმა;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📈 წარმატების მეტრიკა: როგორ მივხვდებით, რომ ტესტმა წარმატებით ჩაიარა?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Rapid MVP Prototyping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2-კვირაში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ასაშენებელი MVP-ის გეგმა: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ფუნქციების სია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(აუცილებელი Core vs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სასურველი);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ტექნოლოგიური სტეკი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(Lovable, Supabase,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Make-ის გამოყენებით);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2-კვირიანი ნაბიჯ-ნაბიჯ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სპრინტის გეგმა;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ტესტირების სტრატეგია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წარმატების კონკრეტული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მეტრიკები.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🔀 ინდუსტრიებს შორის ინოვაცია (Cross-Industry Innovation)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გადაკვეთის პრინციპი (მაგალითები):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81635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🚗 Uber-ის მოდელი: On-Demand სერვისის გადმოტანა სამედიცინო მომსახურებაზე;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📺 Netflix-ის მოდელი: ყოველთვიური გამოწერის (Subscription) გამოყენება სარეცხ საშუალებებზე;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🕹️ გეიმიფიკაცია: თამაშის მექანიზმების (ქულები, ლიდერბორდი) მორგება ფინანსების დაზოგვაზე.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Cross-Industry Innovation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277977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2688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2651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წამყვანი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ინოვაციები და ბიზნეს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მოდელები [ინდუსტრია A]-ში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(მაგ: სათამაშო ინდუსტრია).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3 გზა, 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შეიძლება ამ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მექანიზმების/პრინციპების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გადატანა და გამოყენება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[ინდუსტრია B]-ში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EdTech საგანმანათლებლო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ტექნოლოგიები საქართველოში)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ახალი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შესაქმნელად.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🎨 ბრენდინგის იდეები &amp; შეჯამება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🏷️ სახელების 3 ძირითადი კატეგორია: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81635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აღწერითი: რაც პირდაპირ გამოხატავს საქმიანობას (მაგ: HomeChef, LocalKitchen);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აბსტრაქტული / გამოგონილი: ჟღერადი, ახალი სიტყვები (მაგ: Foodly, Tastora);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ქართული ინსპირაცია / ავთენტური: ლათინურად ნაწარმოები ქართული სიტყვებიდან (მაგ: Supra [სუფრა], Kera [კერა]).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Brand Naming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277977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2688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2651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დააგენერირე 15 სახელი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ინდუსტრია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[სფერო], სამიზნე [ICP],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ბრენდის პერსონა [ხასიათი,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მაგ: მეგობრული].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სახელები დაყავი 3 ჯგუფად: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1) აღწერითი, 2)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აბსტრაქტული, 3)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ლოკალური/ავთენტური.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თითოეულს დაურთე სლოგანი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(Tagline)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1-წინადადებიანი ბრენდის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ისტორია.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🎬 LIVE DEMO პრომპტი: ბრენდინგის გენერაცია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196596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1965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საცდელი პრომპტი ChatGPT/Claude/Gemini-სთვის: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7955279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დააგენერირე 18 სახელი ახალი პროდუქტისთვის: 1. ინდუსტრია: Food Delivery / სწრაფი კვება საქართველოში. 2. პროდუქტი: მობილური აპლიკაცია, რომელიც ადგილობრივ მზარეულებს მომხმარებლებთან აკავშირებს - სახლში მომზადებული საკვების მიტანის სისტემა. 3. სამიზნე აუდიტორია: 25-45 წლის ურბანული პროფესიონალები, რომლებიც ეძებენ ჯანსაღ, ხარისხიან საკვებს (არა Fast Food). 4. ბრენდის პერსონა: თბილი, ოჯახური, ავთენტური, მაგრამ თანამედროვე. 5. ქართული ხაზგასმა: სახელი უნდა იყოს საერთაშორისო (ლათინური), მაგრამ ასახავდეს ქართულ კულტურას. სახელები დაყავი 3 კატეგორიად (თითოში 6): 1. აღწერითი (მაგ: HomeChef, LocalKitchen); 2. აბსტრაქტული (მაგ: Foodly, Tastora); 3. ქართული ინსპირაცია (მაგ: Supra [სუფრა], Kera [კერა]). თითოეულისთვის მომეცი: სახელი, .ge/.com დომენის ლოგიკა, tagline (ქართულად და ინგლისურად), ბრენდის ისტორია (1 წინადადება).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Customer Profile /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მომხმარებლის დეტალური შესწავლა: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41447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👤 Customer Jobs (სამუშაოები):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ტექნიკურ, სოციალურ თუ ემოციურ ამოცანებს ასრულებს მომხმარებელი ყოველდღიურად?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44144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Pains (ტკივილები) &amp; Gains (სარგებელი):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Pains: რა უშლის ხელს ამ საქმის კეთებაში? რა რისკებია?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Gains: რა დადებით შედეგს ელოდება წარმატების შემთხვევაში?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მომხმარებლის ინტერვიუს სცენარი (Customer Interview Script)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სანამ ეს პროფილი ვარაუდად დარჩება, გადაამოწმეთ ის რეალურ საუბარში: როგორ ვესაუბროთ პოტენციურ მომხმარებელს, რათა მივიღოთ რეალური ინსაითები?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კითხვები: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„მოგწონთ ჩემი იდეა?“ (ადამიანები მოგატყუებენ, რომ გული არ გატკინონ);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„იყიდიდით ასეთ აპლიკაციას?“ (ჰიპოთეტური კითხვები არ მუშაობს).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კითხვები (The Mom Test):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წყვეტთ ამ პრობლემას დღეს?“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„ბოლოს როდის მოხდა ეს პრობლემა და რა გააკეთეთ?“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იყო ყველაზე რთული ამ პროცესში და რატომ?“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The Mom Test: Do's vs. Don'ts / The Mom Test: კარგი და ცუდი კითხვები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49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ვკითხოთ მომხმარებელს, რათა თავიდან ავიცილოთ ცრუ პოზიტიური პასუხები: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🔴 ცუდი კითხვა (Don't)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🟢 კარგი კითხვა (Do)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„მოგწონთ ჩემი იდეა?“ ადამიანები ზრდილობიანები არიან და მოგატყუებენ.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„როგორ ჭრით ამ პრობლემას დღეს?“ გაიგებთ, რეალურად არსებობს თუ არა ტკივილი.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„იყიდიდით ასეთ აპლიკაციას?“ ჰიპოთეტური პასუხები არაფერს ნიშნავს.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„ბოლოს როდის გადაიხადეთ ამ პრობლემის მოგვარებაში?“ ამოწმებს რეალურ გადახდისუნარიანობას.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„რამდენს გადაიხდიდით ამაში?“ ხალხს სურს პროდუქტი უფასოდ, ფასი ყოველთვის რთულია.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 დაგიჯდათ ამ პრობლემის მოგვარება ბოლოს?“ აჩვენებს მათ მიერ გაღებულ რეალურ ხარჯებს.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The Mom Test სიმულაცია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50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გამოსცადეთ თქვენი ინტერვიუს კითხვები AI-სთან როლურ თამაშში: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„მოირგე [თქვენი ICP პროფილის] როლი. მე დაგისვამ კითხვებს ჩემი სტარტაპის ვალიდაციისთვის. ილაპარაკე მოკლედ და ნუ იქნები ზედმეტად დამყოლი.“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დაუსვით 3 კითხვა The Mom Test-ის წესების (წარსული გამოცდილების შესახებ) დაცვით და შეაფასეთ მიღებული პასუხები.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Mom Test როლური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თამაშის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მცირე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რესტორნის მფლობელი,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თავად უმკლავდება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პროდუქტების შესყიდვას].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მინდა ჩაგიტარო ინტერვიუ.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 შენთვის: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ილაპარაკე მოკლედ,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წინადადებით, როგორც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დაკავებულმა ადამიანმა.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ნუ იქნები ზედმეტად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დამყოლი ან თავაზიანი.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რამე პრობლემა არ გაწუხებს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რეალურად, პირდაპირ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მითხარი.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უპასუხე მხოლოდ შენს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წარსულ გამოცდილებაზე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დაყრდნობით.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თუ მზად ხარ, მომესალმე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Value Map Alignment / ღირებულების რუკის შესაბამისობა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51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ინტერვიუდან მიღებული ინსაითების გათვალისწინებით - როგორ ერგება თქვენი პროდუქტი მომხმარებლის პროფილს?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ჩვენი შეთავაზება: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Products &amp; Services: ჩვენი კონკრეტული MVP პროდუქტი.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 Relievers: როგორ ვაყუჩებთ მომხმარებლის ტკივილს?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 Creators: როგორ ვქმნით დამატებით სარგებელს?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იდეალური მორგება (Fit):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Pain Relievers და Gain Creators ზუსტად უნდა პასუხობდნენ მომხმარებლის მიერ დასახელებულ Pains &amp; Gains-ს.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Define Your ICP: სამიზნე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52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Customer Profile, ინტერვიუ და Value Map უკვე დაგეხმარათ მომხმარებლის გაცნობაში - ახლა ეს ყველაფერი 1 კონკრეტულ პორტრეტად ჩამოვაყალიბოთ (Ideal Customer Profile):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ICP-ის სავალდებულო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21396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დემოგრაფია/ფირმოგრაფია: ასაკი, პროფესია ან ბიზნესის ზომა და სექტორი;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ქცევა: სად ეძებს ინფორმაციას, რომელ პლატფორმებს იყენებს;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გადახდისუნარიანობა: აქვს თუ არა რეალური ბიუჯეტი პრობლემის მოსაგვარებლად;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Early Adopter ნიშანი: უკვე ცდილობს თუ არა პრობლემის გადაჭრას სხვა (ხშირად არასრულყოფილი) გზით.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82312"/>
            <a:ext cx="54864" cy="27432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782312"/>
            <a:ext cx="8174736" cy="2743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81888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ICP Definition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056632"/>
            <a:ext cx="8010144" cy="9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5084064"/>
            <a:ext cx="7900416" cy="365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 მომხმარებლის ინტერვიუდან გავიგე: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[insights].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ჩამომიყალიბე 1 კონკრეტული ICP პორტრეტი: ვინ არის 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ადამიანი/ბიზნესი, სად ვიპოვი მას, და რატომ იქნება ის ჩვენი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პირველი მომხმარებელი.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1-3 &amp; The Golden Thread / Lean Canvas-ის პირველი 3 ბლოკი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53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პირველი და ყველაზე კრიტიკული ნაწილი - ახლა უკვე ICP-ისა და ინტერვიუს ინსაითებით გამყარებული: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Problem (პრობლემა)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1-3 მთავარი პრობლემა, რომელსაც მომხმარებელი აწყდება. ასევე, არსებული ალტერნატივები.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Customer Segments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ვინ არის სამიზნე მომხმარებელი? ვინ არიან თქვენი პირველი მომხმარებლები (Early Adopters)?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81578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481578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536442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UVP (ფასეულობა)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929634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მესიჯი, რომელიც ხსნის, რით ხართ განსხვავებული და რატომ უნდა იყიდონ თქვენგან.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4-6 / Lean Canvas-ის 4-6 ბლოკები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54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მეორე ნაწილი - გადაწყვეტა და ფინანსები: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Solution (გადაწყვეტა)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ძირითადი ფუნქცია, რომლითაც აგვარებთ თითოეულ პრობლემას.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5. Channels (არხები)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მიაღწევთ მომხმარებლამდე? (სოც. მედია, SEO, პარტნიორობები,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6. Revenue Streams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(SaaS გამოწერა, ერთჯერადი გაყიდვა, საკომისიო).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7-9 / Lean Canvas-ის 7-9 ბლოკები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55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ბოლო ნაწილი - ხარჯები, მეტრიკები და უპირატესობა: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7. Cost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ძირითადი ფიქსირებული და ცვლადი ხარჯები (ჰოსტინგი, მარკეტინგი, დომენი).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8. Key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გაზომავთ წარმატებას? (რეგისტრაციები, კონვერსია, Churn rate).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9. Unfair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კონკურენტული უპირატესობა, რომლის კოპირებაც რთულია (ექსკლუზიური გუნდი, პატენტი).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#2: Lean Canvas ავტომატური შევსება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56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შეავსეთ თქვენი სტარტაპის Lean Canvas AI-ის დახმარებით: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საუკეთესო იდეა და 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და შეცვალეთ [იდეის სახელი] თქვენი სტარტაპით;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9 ბლოკი და შეამოწმეთ მათი ლოგიკური თანმიმდევრობა.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Lean Canvas შევსების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ბიზნეს იდეა: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[იდეის სახელი + 1-2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წინადადებიანი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Lean Canvas-ის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9 ბლოკის შევსება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 თითოეულ ბლოკში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2-3 წინადადება.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იყავი კრიტიკული და მიუთითე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შეუსაბამობებზე.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ბლოკები: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Problem, 2. 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Key Metrics, 4. Unique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 Proposition, 5.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Unfair Advantage, 6.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Channels, 7.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Segments, 8. Cost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Structure, 9. Revenue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Streams.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AI Pre-Mortem სტრეს-ტესტი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57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ჩაატარეთ თქვენი იდეის "სიკვდილისწინა ანალიზი" (Pre-Mortem) AI-სთან: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(ჩაწერეთ თქვენი იდეა);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გაანალიზეთ AI-ის მიერ მოცემული გაკოტრების 3 მიზანი და მათი პრევენციის გზები.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Pre-Mortem პრომპტი: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მოიქეცი როგორც გამოცდილი,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კრიტიკულად განწყობილი VC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ინვესტორი.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სამიზნე აუდიტორია].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*(მაგალითად: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⚖️ Team 4 (Legal AI):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"იურიდიული ასისტენტი,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ქმნის კონტრაქტებს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ქართულ ენაზე"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🛡️ Team 5 (Compliance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Copilot): "AI პლატფორმა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ფინანსური კომპლაენსის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AML/CFT რეგულაციებისთვის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VASP-ებისთვის")*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წარმოიდგინე, რომ 1 წელი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გავიდა და ჩემი სტარტაპი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სრულად გაკოტრდა.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 ყველაზე რეალური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მიზეზი, რის გამოც ეს მოხდა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(მაგ: ბაზრის არარსებობა,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სირთულე,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უნდობლობა).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 მიზეზს მიუწერე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კონკრეტული, პრაქტიკული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ნაბიჯი, როგორ ავიცილო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თავიდან დღესვე.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AI Customer Role-Play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58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გაესაუბრეთ თქვენს ვირტუალურ იდეალურ მომხმარებელს (ICP):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პრომპტი და სთხოვეთ AI-ს შევიდეს თქვენი ICP-ის როლში;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წარუდგინეთ თქვენი პროდუქტი და სთხოვეთ კრიტიკული კითხვების დასმა;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დიალოგი (1-2 იტერაცია) და დააკვირდით მათ რეაქციას.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Customer Persona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ხანდაზმული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პირი, რომელსაც სჭირდება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წამლები ყოველდღიურად / 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იურისტი].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შემოგთავაზებ ჩემს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გადაწყვეტას: [გადაწყვეტის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მოკლე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მიპასუხე შენი პერსონის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სახელიდან და იყავი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რეალისტური: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 არის შენი პირველი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ეჭვი ან შიში ამ პროდუქტის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მიმართ?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რატომ შეიძლება თქვა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უარი მის ყიდვაზე?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რა პირობით გადაიხდიდი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ფულს სიამოვნებით?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 დიალოგი. დამისვი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შენი პირველი კითხვა.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Andrej Karpathy-ის "ექსპერტთა საბჭო"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59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გაატარეთ თქვენი იდეა ექსპერტთა ვირტუალურ საბჭოში (Council of Experts):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თქვენი იდეის მოკლე აღწერა;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გაუშვით ქვემოთ მოცემული პრომპტი Claude , ChatGPT ან Gemini -ში;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დააკვირდით ექსპერტების (ბიზნესი, UX, CTO) დებატებს და წაიკითხეთ შემაჯამებელი კონსენსუსი.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Andrej Karpathy's Council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წამყვანი სტარტაპ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მრჩეველი. მინდა ჩაატარო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იდეის ექსპერტთა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საბჭოს (Council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Experts) განხილვა.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იდეაა: 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*(მაგალითად: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🤟 Team 3 (AI ასისტენტი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შშმ პირებისთვის): "ხმის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ტექსტად და ტექსტის ხმად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გარდამქმნელი ქართულენოვანი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აპლიკაცია"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🧭 Team 10 (GidAI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ოკუპირებულ მხარეებში): "AI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ტურისტული გზამკვლევი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სამაჩაბლოსა და ოკუპირებულ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რეგიონებში ისტორიული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ბაზით")*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ვირტუალური ექსპერტის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პერსონა: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**ინვესტორი/Founder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(ბიზნეს მოდელი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მოზიდვა)**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**პროდუქტის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დიზაინერი/UX (მომხმარებლის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გამოცდილება და MVP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სირთულე)**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**CTO/დეველოპერი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(ტექნიკური შესრულებადობა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არქიტექტურა)**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გაატარე დებატები ამ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ექსპერტს შორის: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თითოეულმა ექსპერტმა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დაწეროს 2-2 კრიტიკული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არგუმენტი ჩემი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შესახებ თავისი სფეროდან.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ექსპერტებმა უნდა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ეკამათონ ერთმანეთს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შესთავაზონ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გაუმჯობესება.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ბოლოს, მოგვიზადე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შემაჯამებელი დასკვნა: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არის იდეის საუკეთესო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ვერსია, რომელზეც ყველა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ექსპერტი თანხმდება.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AI-Powered Smoke Testing &amp; UVP ვალიდაცია / Smoke ტესტირება და UVP-ის შემოწმება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60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შევამოწმოთ რეალური მოთხოვნა პროდუქტის კოდის დაწერამდე (Smoke Test):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Smoke Test-ის იდეა: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მომხმარებელს ვთავაზობთ პროდუქტის ყიდვას ან რეგისტრაციას მანამ, სანამ ის მზად იქნება. თუ ინტერესი მაღალია, მხოლოდ მაშინ ვიწყებთ Lovable-ით აწყობას.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როგორ დაგვეხმარება AI: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383280"/>
            <a:ext cx="3771900" cy="139445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ალტერნატიული სარეკლამო სათაურის (Hook/UVP) შექმნაში;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Landing Page-ის სტრუქტურის განსაზღვრაში;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ინტერესის საზომი მეტრიკების (Click rate) დაგეგმვაში.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Smoke Test Plan 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შემიმუშავე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სარეკლამო სათაური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(Hook/UVP) სატესტოდ.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თითოეული ვარიანტისთვის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 მეტრიკით გავზომო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ინტერესი (მაგ: CTR, Click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to Register).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როგორ შევქმნა მარტივი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"Smoke Test"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 რეკლამა + Google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Forms, ან Lovable Landing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Page).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რა იქნება წარმატების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მინიმალური ზღვარი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15% კონვერსია).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კონკურენტების ანალიზი და Feature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61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შევისწავლოთ კონკურენტები Perplexity-ის მეშვეობით და ვაჩვენოთ ჩვენი უპირატესობა?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Feature Matrix: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შედარებითი ცხრილი, რომელიც აჩვენებს თქვენი პროდუქტისა და კონკურენტების ფუნქციების, ფასისა და სუსტი მხარეების თანაფარდობას.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355848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392424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Competitor Analysis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630168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57600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როლი: ბაზრის წამყვანი ანალიტიკოსი და სტარტაპ კონსულტანტი.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ვამზადებ კონკურენტულ ანალიზს ჩემი სტარტაპისთვის.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პროდუქტი: [აღწერე პროდუქტი].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დავალება: მოიძიე ინტერნეტში ჩემი პროდუქტის 3 ძირითადი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გამომავალი ფორმატი: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შეადგინე Feature Matrix ცხრილის სახით (ჩვენი პროდუქტი vs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 კონკურენტი), სადაც შეადარებ: ფუნქციებს, საფასო მოდელს,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ძლიერ და სუსტ მხარეებს.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მოამზადე მოკლე SWOT ანალიზი თითოეულისთვის.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ჩამოაყალიბე ჩვენი Unfair Advantage (უნიკალური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კონკურენტული უპირატესობა).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სწრაფი კონკურენტული ანალიზი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62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მოძებნეთ თქვენი სტარტაპის კონკურენტები ბაზარზე: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Perplexity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მოიძიეთ თქვენი იდეის მინიმუმ 2 გლობალური და 1 ლოკალური კონკურენტი;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Perplexity-ს, შემოგთავაზოთ შედარებითი Feature Matrix ცხრილი, სადაც ნაჩვენები იქნება თქვენი სტარტაპის უპირატესობა.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Perplexity კონკურენტების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ძიების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Search for 3 main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competitors (both global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and local in Georgia) for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following startup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idea: [მაგ: მეორადი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წიგნების გაცვლისა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 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Provide a comparison table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including: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Pricing Model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Key Features and USP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Weaknesses /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Complaints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Determine a potential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"Unfair Advantage" for my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startup based on their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weaknesses.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A Guidelines / საშინაო დავალება: ნაწილი 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63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Day 1-ის ბოლოს გასაგზავნი დავალება (20 წუთი):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5877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დავალების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რეგისტრაცია (5 წთ): დარეგისტრირდით Lovable.dev, Supabase, Make.com, Perplexity-ზე.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 მომხმარებლის ინტერვიუ (10 წთ): დაუსვით 3 ღია კითხვა პოტენციურ კლიენტს და ჩაწერეთ 3 Insights.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Pitch-ის გამარტივება (5 წთ): ჩამოაყალიბეთ თქვენი იდეა 1 წინადადებაში.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98264"/>
            <a:ext cx="8229600" cy="45262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📧 გაგზავნის წესი: გამოიყენეთ `day1_homework_template.md` და გამოაგზავნეთ მეილზე კვირას დილის 10:00 საათამდე (მეორე დღის დაწყებამდე).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 Wrap-up &amp; Checklist / დღე 1: შეჯამება და საკონტროლო სია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64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გილოცავთ! Day 1-ის ძირითადი ეტაპები დასრულებულია: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იდეაცია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SCAMPER და 5 Whys ტექნიკით იდეები გაღრმავდა.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ვალიდაცია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Lean Canvas და VPC-ით ბიზნეს მოდელი მზად არის.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მზადება ხვალისთვის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ხვალ ავაწყობთ რეალურ MVP საიტს Lovable-ში და Make.com-ის ავტომატიზაციას.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შევხვდებით ხვალ 10:00 საათზე! 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