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 (20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Block I: AI Strategy &amp; Safety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II: AI Tools Overview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III: Brainstorming &amp; SCAMPER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IV: Lean Canvas &amp; ვალიდაცია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V: Wrap-up + Homework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AgriTech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"ჭკვიანი ირიგაციის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სისტემა" (ნიადაგის AI სენსორები, რომლებიც ზოგავს წყალს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იცავს მოსავალს გვალვისგან).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(პრობლემა) -&gt; Solution (გადაწყვეტა)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(ეკონომიკური სარგებელი, წყლის 40%-იანი დაზოგვა).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საქმიანი, ინოვაციური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FinTech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"AI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ბიზნესისთვის" (აპლიკაცია, რომელიც საბანკო ამონაწერებიდან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აგენერირებს დეკლარაციებს ინდ. მეწარმეებისთვის).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(დროის კარგვა საგადასახადოზე) -&gt; Solution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(AI ავტომატიზაცია) -&gt; Value/Ask (დროის 90%-იანი დაზოგვა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ჯარიმების 0% რისკი).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პროფესიონალური, მარტივი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HealthTech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"აფთიაქი-დელივერი"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(წამლების მიწოდება სპეციალური ტემპერატურული რეჟიმის დაცვით,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განსაკუთრებით ქრონიკული პაციენტებისთვის).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(წამლების რიგები ხანდაზმულებისთვის)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(რეცეპტების ავტო-გამოწერა + მიწოდება 1 საათში)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(სოციალური პასუხისმგებლობა და ოპერატიულობა).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პროფესიონალური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54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54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54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ChatGPT-ისა და Claude-ის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Alternative Ideation: Analogical &amp; Contrarian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ორი დამატებითი ტექნიკა, თუ SCAMPER-ის შემდეგაც გჭირდებათ ახალი კუთხე: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Analogical: „Airbnb for X“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არსებული წარმატებული ბიზნეს მოდელის გადმოტანა თქვენს სფეროში (Uber for X, Netflix for X, Airbnb for X).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19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 სხვადასხვა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"Airbnb for X" ან "Uber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 X" ანალოგიური ბიზნეს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[სფერო]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ინდუსტრიისთვის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საქართველოში.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🚫 Contrarian: წესების დარღვევა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ინდუსტრიის მიღებული სტანდარტის შებრუნება ახალი მოდელის შესაქმნელად (მაგ: სასტუმროში მისაღების გარეშე შესვლა მობილური აპლიკაციით).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517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6003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14900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9764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დაასახელე 3 მიღებული წესი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ინდუსტრიაში და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Contrarian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იდეა, რომელიც ამ წესებს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არღვევს.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Pre-Mortem სტრეს-ტესტი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ჩაატარეთ თქვენი იდეის "სიკვდილისწინა ანალიზი" (Pre-Mortem) AI-სთან: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(ჩაწერეთ თქვენი იდეა);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გაანალიზეთ AI-ის მიერ მოცემული გაკოტრების 3 მიზანი და მათი პრევენციის გზები.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Pre-Mortem პრომპტი: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მოიქეცი როგორც გამოცდილი,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კრიტიკულად განწყობილი VC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ინვესტორი.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სამიზნე აუდიტორია].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წარმოიდგინე, რომ 1 წელი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გავიდა და ჩემი სტარტაპი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გაკოტრდა.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ყველაზე რეალური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მიზეზი, რის გამოც ეს მოხდა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ბაზრის არარსებობა,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სირთულე,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უნდობლობა).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მიზეზს მიუწერე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კონკრეტული, პრაქტიკული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ნაბიჯი, როგორ ავიცილო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თავიდან დღესვე.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Customer Role-Play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გაესაუბრეთ თქვენს ვირტუალურ იდეალურ მომხმარებელს (ICP):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პრომპტი და სთხოვეთ AI-ს შევიდეს თქვენი ICP-ის როლში;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წარუდგინეთ თქვენი პროდუქტი და სთხოვეთ კრიტიკული კითხვების დასმა;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დიალოგი (1-2 იტერაცია) და დააკვირდით მათ რეაქციას.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Customer Persona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ხანდაზმული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პირი, რომელსაც სჭირდება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წამლები ყოველდღიურად /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იურისტი].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შემოგთავაზებ ჩემს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გადაწყვეტას: [გადაწყვეტის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მოკლე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მიპასუხე შენი პერსონის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სახელიდან და იყავი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რეალისტური: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არის შენი პირველი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ეჭვი ან შიში ამ 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რატომ შეიძლება თქვა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უარი მის ყიდვაზე?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პირობით გადაიხდიდი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ფულს სიამოვნებით?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 დიალოგი. დამისვი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შენი პირველი კითხვა.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Andrej Karpathy-ის "ექსპერტთა საბჭო"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გაატარეთ თქვენი იდეა ექსპერტთა ვირტუალურ საბჭოში (Council of Experts):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მოკლე აღწერა;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ქვემოთ მოცემული პრომპტი Claude 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დააკვირდით ექსპერტების (ბიზნესი, UX, CTO) დებატებს და წაიკითხეთ შემაჯამებელი კონსენსუსი.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Andrej Karpathy's Council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წამყვანი სტარტაპ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მრჩეველი. მინდა ჩაატარო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 ექსპერტთა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(Council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Experts) განხილვა.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ვირტუალური ექსპერტის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პერსონა: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**ინვესტორი/Founder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(ბიზნეს მოდელი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მოზიდვა)**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**პროდუქტის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დიზაინერი/UX (მომხმარებლის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გამოცდილება და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სირთულე)**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**CTO/დეველოპერი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(ტექნიკური შესრულებადობა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არქიტექტურა)**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გაატარე დებატები ამ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ექსპერტს შორის: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თითოეულმა ექსპერტმა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დაწეროს 2-2 კრიტიკული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არგუმენტი ჩემი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შესახებ თავისი სფეროდან.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ექსპერტებმა უნდა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ეკამათონ ერთმანეთს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შესთავაზონ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ბოლოს, მოგვიზადე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შემაჯამებელი დასკვნა: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არის იდეის საუკეთესო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ვერსია, რომელზეც ყველა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ექსპერტი თანხმდება.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AI-Powered Smoke Testing &amp; UVP ვალიდაცია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შევამოწმოთ რეალური მოთხოვნა პროდუქტის კოდის დაწერამდე (Smoke Test):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Smoke Test-ის იდეა: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მომხმარებელს ვთავაზობთ პროდუქტის ყიდვას ან რეგისტრაციას მანამ, სანამ ის მზად იქნება. თუ ინტერესი მაღალია, მხოლოდ მაშინ ვიწყებთ Lovable-ით აწყობას.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როგორ დაგვეხმარება AI: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771900" cy="139445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ალტერნატიული სარეკლამო სათაურის (Hook/UVP) შექმნაში;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სადესანტო გვერდის სტრუქტურის განსაზღვრაში;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ინტერესის საზომი მეტრიკების (Click rate) დაგეგმვაში.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Smoke Test Plan 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შემიმუშავე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სარეკლამო სათაური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(Hook/UVP) სატესტოდ.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ვარიანტისთვის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მეტრიკით გავზომო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ინტერესი (მაგ: CTR, Click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 Register).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როგორ შევქმნა მარტივი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"Smoke Test"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 რეკლამა + Google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Forms, ან Lovable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სადესანტო გვერდი).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იქნება წარმატების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მინიმალური ზღვარი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15% კონვერსია).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შაბათს დილის 10:00 საათამდე.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54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