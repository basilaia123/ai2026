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3:05 - 4:00: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ჭკვიანი სარწყავი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ნათლად გამოკვეთს პრობლემას და წყლის დაზოგვის ეკონომიკურ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სარგებელს.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აჩვენებს თუ როგორ ზოგავს მომხმარებელი დროსა და ჯარიმების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რისკს.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აფთიაქი-დელივერი.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ხაზს უსვამს სოციალურ პასუხისმგებლობასა და ოპერატიულობას.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