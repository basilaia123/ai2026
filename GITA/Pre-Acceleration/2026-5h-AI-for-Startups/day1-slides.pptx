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7863840" cy="128016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3600" b="1" i="0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AI ინსტრუმენტები სტარტაპერებისთვის: იდეიდან პროტოტიპამდე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06040"/>
            <a:ext cx="7863840" cy="5486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75569"/>
                </a:solidFill>
                <a:ea typeface="Sylfaen"/>
                <a:cs typeface="Sylfaen"/>
                <a:latin typeface="Sylfaen"/>
              </a:rPr>
              <a:t>2-დღიანი პრაქტიკული კურსი · 10 საათი · 20+ AI ხელსაწყო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246120"/>
            <a:ext cx="786384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1" i="0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📅 Day 1: AI Foundation &amp; Validation (5 საათი / 300 წუთი)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57015"/>
            <a:ext cx="786384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ფოკუსი: იდეების გენერირება, ფილტრაცია, ვალიდაცია, Lean Canvas და მომხმარებლის ინტერვიუს დიზაინი.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640580"/>
            <a:ext cx="7863840" cy="2743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 · გიორგი ბასილაია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Welcome &amp; Agenda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 / 53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დღის განრიგი და მუშაობის ფორმატი: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📅 Day 1 განრიგი: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57403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0:00 - 0:20: Welcome + Projects Showcase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0:20 - 1:00: AI Strategy &amp; Safety Matrix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1:00 - 1:30: AI Tools Overview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1:30 - 2:00: შესვენება (☕ 30 წთ)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2:00 - 3:05: Brainstorming &amp; SCAMPER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3:05 - 4:25: Lean Canvas &amp; VPC Validation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4:25 - 5:00: Wrap-up + Homework Setup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💡 მუშაობის წესი: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ეს არის 100% პრაქტიკული ვორქშოფი. არანაირი პასიური მოსმენა - ყოველი თეორიის შემდეგ AI-სთან ერთად ვაკეთებთ რეალურ დავალებას.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Welcome Showcase - AgriTech Focus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 / 53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წარვადგინოთ აგროტექნოლოგიური სტარტაპ იდეა 30 წამში: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020824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2020824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🌾 სადემონსტრაციო ქეისი: ჭკვიანი ირიგაციის სისტემა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პრობლემა: კლიმატის ცვლილების გამო ფერმერები კარგავენ მოსავალს და ხარჯავენ ზედმეტ წყალს.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990088"/>
            <a:ext cx="7955279" cy="694943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გადაწყვეტა: ნიადაგის ტენიანობის AI სენსორები, რომლებიც ავტომატურად არეგულირებენ მორწყვას.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831335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12064" y="3831335"/>
            <a:ext cx="81747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3867911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AgriTech Welcome Pitch Prompt: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4105655"/>
            <a:ext cx="8010144" cy="4663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" y="4133087"/>
            <a:ext cx="7900416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შენ ხარ სტარტაპ მენტორი და კოპირაიტერი.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მე ვარ ფერმერი/აგრონომი. ჩემი იდეაა "ჭკვიანი ირიგაციის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სისტემა" (ნიადაგის AI სენსორები, რომლებიც ზოგავს წყალს და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იცავს მოსავალს გვალვისგან).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დამიწერე 30-წამიანი Elevator Pitch ქართულად: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სტრუქტურა: Hook (პრობლემა) -&gt; Solution (გადაწყვეტა) -&gt;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Value/Ask (ეკონომიკური სარგებელი, წყლის 40%-იანი დაზოგვა).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შეზღუდვა: მაქსიმუმ 70-80 სიტყვა (რათა 30 წამში ჩაეტიოს).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ტონი: საქმიანი, ინოვაციური და დამაჯერებელი.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Welcome Showcase - FinTech Focus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 / 53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წარვადგინოთ ფინტექ სტარტაპ იდეა 30 წამში: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178308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1783080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💳 სადემონსტრაციო ქეისი: AI ბუღალტერია მცირე ბიზნესისთვის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პრობლემა: ინდ. მეწარმეები ხარჯავენ საათებს საგადასახადო დეკლარაციების შევსებაზე.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752344"/>
            <a:ext cx="7955279" cy="6949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გადაწყვეტა: AI აპლიკაცია, რომელიც ბანკის ამონაწერებიდან ავტომატურად აგენერირებს დეკლარაციებს.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593591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12064" y="3593591"/>
            <a:ext cx="81747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3630168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FinTech Welcome Pitch Prompt: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3867911"/>
            <a:ext cx="8010144" cy="4663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" y="3895344"/>
            <a:ext cx="7900416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შენ ხარ სტარტაპ მენტორი და კოპირაიტერი.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მე ვარ ფინანსისტი. ჩემი იდეაა "AI ბუღალტერია მცირე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ბიზნესისთვის" (აპლიკაცია, რომელიც საბანკო ამონაწერებიდან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ავტომატურად აგენერირებს დეკლარაციებს ინდ. მეწარმეებისთვის).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დამიწერე 30-წამიანი Elevator Pitch ქართულად: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სტრუქტურა: Hook (დროის კარგვა საგადასახადოზე) -&gt; Solution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(AI ავტომატიზაცია) -&gt; Value/Ask (დროის 90%-იანი დაზოგვა და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ჯარიმების 0% რისკი).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შეზღუდვა: მაქსიმუმ 70-80 სიტყვა (რათა 30 წამში ჩაეტიოს).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ტონი: პროფესიონალური, მარტივი და დამაჯერებელი.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Welcome Showcase - HealthTech Focus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5 / 53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წარვადგინოთ ჯანდაცვის სტარტაპ იდეა 30 წამში: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020824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2020824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🏥 სადემონსტრაციო ქეისი: აფთიაქი-დელივერი ხანდაზმულებისთვის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პრობლემა: ქრონიკული დაავადებების მქონე ხანდაზმულებს უჭირთ წამლების რიგებში დგომა.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990088"/>
            <a:ext cx="7955279" cy="694943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გადაწყვეტა: პერსონალური რეცეპტების ავტომატური გამოწერა და წამლების სახლში მიტანა 1 საათში.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831335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12064" y="3831335"/>
            <a:ext cx="81747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3867911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HealthTech Welcome Pitch Prompt: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4105655"/>
            <a:ext cx="8010144" cy="4663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" y="4133087"/>
            <a:ext cx="7900416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შენ ხარ სტარტაპ მენტორი და კოპირაიტერი.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მე ვარ ჯანდაცვის სპეციალისტი. ჩემი იდეაა "აფთიაქი-დელივერი"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(წამლების მიწოდება სპეციალური ტემპერატურული რეჟიმის დაცვით,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განსაკუთრებით ქრონიკული პაციენტებისთვის).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დამიწერე 30-წამიანი Elevator Pitch ქართულად: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სტრუქტურა: Hook (წამლების რიგები ხანდაზმულებისთვის) -&gt;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Solution (რეცეპტების ავტო-გამოწერა + მიწოდება 1 საათში) -&gt;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Value/Ask (სოციალური პასუხისმგებლობა და ოპერატიულობა).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შეზღუდვა: მაქსიმუმ 70-80 სიტყვა (რათა 30 წამში ჩაეტიოს).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ტონი: ემპათიური, პროფესიონალური და დამაჯერებელი.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დავალება #0: Welcome &amp; Projects Showcase (15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6 / 53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მოამზადეთ თქვენი იდეის პრეზენტაცია (30-30-30 ფორმატი):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19933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30 წამი: ვინ ხართ და რა არის თქვენი სფერო;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30 წამი: რა არის იდეა, პროდუქტი და სამიზნე მომხმარებელი;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30 წამი: ტრენერის კითხვები და პასუხი.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" y="4270248"/>
            <a:ext cx="54864" cy="50749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76656" y="4270248"/>
            <a:ext cx="3717036" cy="50749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3" y="4343400"/>
            <a:ext cx="3497580" cy="361187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✅ Checklist: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2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AI პრომპტი მოსამზადებლად: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805172" y="2176272"/>
            <a:ext cx="3771900" cy="26014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860036" y="2221991"/>
            <a:ext cx="3662172" cy="2510027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14900" y="2240279"/>
            <a:ext cx="3552444" cy="24734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მე ვამზადებ Welcome +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Projects Showcase-ს. ჩემი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იდეაა: [ჩაწერე იდეა].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შემომთავაზე 30-30-30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template: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- 30 წამი (სახელი): "მე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ვარ [სახელი], ვმუშაობ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[სფერო] სფეროში."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- 30 წამი (იდეა): "ჩემი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იდეაა [პროდუქტი/პრობლემა],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სამიზნე მომხმარებელი [X]."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- 30 წამი (Q&amp;A): 3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მოსალოდნელი ტრენერის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კითხვა და ჩემი მოკლე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პასუხი.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დამიწერე ბუნებრივი 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დამახსოვრებადი ვარიანტი.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30-30-30 Pitch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7 / 53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მონაწილეთა პრეზენტაციის მკაცრი სტრუქტურა: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⏱️ დროის გადანაწილება: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პირველი 30 წამი: ვინ ხართ თქვენ და რა არის თქვენი კომპეტენცია?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მეორე 30 წამი: რა არის იდეა, ვისთვის არის და რა პრობლემას ჭრის?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ბოლო 30 წამი: ტრენერის 1-2 კითხვა და თქვენი მკაფიო პასუხი.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63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⚠️ 3 კრიტიკული შეცდომა: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19933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დროის გადაცილება (ტაიმერი გაგაჩერებთ);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პროდუქტის ფუნქციების დეტალური ჩამოთვლა ბიზნეს-მოდელის ნაცვლად;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ბუნდოვანი სამიზნე აუდიტორია.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Elevator Pitch Formula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8 / 53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ჩამოვაყალიბოთ სტარტაპის არსი 1 წინადადებაში?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94436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2944368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[პროდუქტი]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49424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[სამიზნე მომხმარებელს]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688336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3127248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[საჭიროება/ტკივილი]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3566160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4005072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[გადაწყვეტის ძირითადი მოქმედება]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" y="4443984"/>
            <a:ext cx="7955279" cy="16459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"ჩემი ეხმარება , რომელსაც სჭირდება , რადგან ჩვენ ."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754879"/>
            <a:ext cx="8229600" cy="9601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💡 რჩევა: სცადეთ თქვენი ფორმულის ხმამაღლა წარმოთქმა 15 წამში. თუ ვერ ასწრებთ, ფორმულა ძალიან რთულია.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Elevator Pitch Sector Examples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9 / 53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Elevator Pitch-ის მაგალითები სხვადასხვა სექტორისთვის: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🌾 AgriTech: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„ჩვენი AI ირიგატორი ეხმარება ფერმერებს , რომელთაც სურთ წყლის ხარჯების შემცირება , რადგან სენსორულ მონაცემებზე დაყრდნობით ავტომატურად რწყავს მიწას .“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💳 FinTech: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„ჩვენი AI ბუღალტერია ეხმარება მცირე მეწარმეებს , რომელთაც ეშინიათ საგადასახადო ჯარიმების , რადგან დეკლარაციებს 1 წამში აგენერირებს .“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319272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319272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374136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🏥 HealthTech: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767328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„ჩვენი აპლიკაცია ეხმარება ხანდაზმულ პაციენტებს , რომელთაც წამლების მიღება ავიწყდებათ , რადგან ავტომატურად უგზავნის შეხსენებას და აწვდის წამლებს სახლში .“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LLM-ების მუშაობის პრინციპი: Transformer, Training &amp; Inference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10 / 53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ამუშავებს და აგენერირებს ტექსტს თანამედროვე ხელოვნური ინტელექტი?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🧠 Transformer &amp; Attention: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Transformer არქიტექტურა (Attention Mechanism) საშუალებას აძლევს მოდელს ერთდროულად დაინახოს მთელი წინადადება და განსაზღვროს სიტყვების მნიშვნელობა კონტექსტში.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⚙️ Training Pipeline: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257403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Pre-training: მოდელი სწავლობს ენის სტრუქტურას ინტერნეტის მილიარდობით ტექსტზე.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Fine-tuning: მოდელის მორგება კონკრეტული ამოცანების შესასრულებლად.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RLHF (ადამიანური უკუკავშირი): მოდელის ქცევის კორექტირება ადამიანების შეფასებების მიხედვით.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AI ლანდშაფტი 2026: Frontier, Reasoning &amp; Agentic AI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11 / 53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ხელოვნური ინტელექტის ოთხი ძირითადი კატეგორია და მიმართულება დღეს: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🚀 Frontier Models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ზოგადი და უნივერსალური მოდელები: GPT-5.6 Sol, Claude Sonnet 5, Gemini 3.5 Pro. გამოიყენება კოპირაითინგისთვის, ანალიზისა და თარგმნისთვის.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🧠 Reasoning Models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ლოგიკური აზროვნების მოდელები: o1 / o3, DeepSeek R1, Claude Sonnet with Extended Thinking. იდეალურია რთული მათემატიკისთვის, კოდირებისა და სტრატეგიისთვის.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319272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319272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374136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🤖 Agentic AI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767328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ავტონომიური AI აგენტები (Manus, Devin), რომლებსაც შეუძლიათ დამოუკიდებლად გამოიყენონ ბრაუზერი და კომპიუტერი ამოცანების დასასრულებლად.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LLM-ების რეიტინგი: lmarena.ai &amp; ELO Rating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12 / 53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განვსაზღვროთ რომელი მოდელია რეალურად საუკეთესო თქვენი ბიზნესისთვის?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📊 lmarena.ai (Chatbot Arena):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დამოუკიდებელი პლატფორმა, სადაც მიმდინარეობს მოდელების „ბრმა“ შედარება ადამიანის მიერ (A/B testing). რეიტინგი ითვლება ჭადრაკის ELO სისტემით.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🏆 2026 წლის Top Rankings: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257403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GPT-5.6 Sol: ~1420 ELO (ლიდერი ზოგად ლოგიკაში)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Claude Sonnet 5: ~1390 ELO (საუკეთესო კოდში/ტექსტში)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Gemini 3.5 Pro: ~1350 ELO (საუკეთესო მულტიმედიაში)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DeepSeek R1: ~1240 ELO (საუკეთესო ლოგიკა/ფასი)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ვიზუალური AI-ის რეიტინგი: designarena.ai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13 / 53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საუკეთესო ხელსაწყოების რეიტინგი გრაფიკისა და ბრენდინგის შესაქმნელად: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🎨 Ideogram v3/v4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რეიტინგი: #1 ლოგოებისთვის. საუკეთესოდ აინტეგრირებს ტექსტს სურათებში, იდეალურია სტარტაპის ლოგოსა და სლოგანისთვის.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📷 Flux.2 / Flux 1.1 Pro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რეიტინგი: #1 ფოტო-რეალიზმში. საუკეთესოდ გადმოსცემს ადამიანის ანატომიას, ტექსტურებსა და პროფესიონალურ ფოტოგადაღების სტილს.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319272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319272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374136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🖌️ Midjourney V8.1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767328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რეიტინგი: #1 ილუსტრაციებში. საუკეთესოა კრეატიული კონცეფტ-არტის, 3D რენდერებისა და მხატვრული სურათებისთვის.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C.R.E.A.T.E. პრომპტინგის ჩარჩო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14 / 53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უნივერსალური 6-ელემენტიანი მეთოდოლოგია პროფესიონალური პრომპტების დასაწერად: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🌾 C.R.E.A.T.E. პრომპტის ნიმუში (AgroOrder):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5172" y="2203704"/>
            <a:ext cx="377190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[Context]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05172" y="2642616"/>
            <a:ext cx="377190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3081528"/>
            <a:ext cx="377190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[Request]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05172" y="3520440"/>
            <a:ext cx="377190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5172" y="3959352"/>
            <a:ext cx="377190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[Explanation]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05172" y="4398264"/>
            <a:ext cx="377190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/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სავარჯიშო: C.R.E.A.T.E. პრომპტი (10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15 / 53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გამოიყენეთ C.R.E.A.T.E. ჩარჩო თქვენი სტარტაპის პირველადი პრომპტის შესადგენად: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57403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გახსენით Claude ან ChatGPT 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შეადგინეთ პრომპტი C.R.E.A.T.E. მოდელის დაცვით (Context, Request, Explanation, Action, Target, Extras);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სთხოვეთ AI-ს, დაგიგენერიროთ სტარტაპის 3 სხვადასხვა ფასწარმოების მოდელი (Pricing Model);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შეაფასეთ მიღებული პასუხის ხარისხი.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C.R.E.A.T.E. სავარჯიშო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შაბლონი: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05172" y="2176272"/>
            <a:ext cx="3771900" cy="26014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60036" y="2221991"/>
            <a:ext cx="3662172" cy="2510027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14900" y="2240279"/>
            <a:ext cx="3552444" cy="24734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[Context] მე ვარ სტარტაპის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დამფუძნებელი. ჩემი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პროდუქტია: [მაგ: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მცენარეების ჭკვიანი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სარწყავი სისტემა]. ჩემი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სამიზნე ICP არის [მაგ: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დაკავებული ურბანული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მაცხოვრებლები].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[Request] შემომთავაზე 3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განსხვავებული ფასწარმოების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მოდელი ჩემი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პლატფორმისთვის.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[Explanation] მინდა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დავინახო, რომელი მოდელი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იქნება ყველაზე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ხელმისაწვდომი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მომხმარებლისთვის საწყის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ეტაპზე და ამავდროულად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მოგვცემს მყარ განმეორებად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შემოსავალს (MRR).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[Action] შეადარე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ერთმანეთს: ერთჯერადი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გაყიდვის, ყოველთვიური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გამომწერის (SaaS) 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ჰიბრიდული მოდელები.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[Target] წარმოადგინე ეს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ყველაფერი ცხრილის სახით: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პლიუსები, მინუსები 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სავარაუდო ფასი.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[Extras] თითოეული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მოდელისთვის დაწერე 1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ძირითადი რისკი. ტონი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შეინარჩუნე საქმიანი.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Day 1: Goals &amp; Deliverables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16 / 53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დღეს ჩვენ შევქმნით შემდეგ ხელშესახებ შედეგებს (Deliverables):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737360"/>
          <a:ext cx="8229600" cy="16916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ბლოკი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აქტივობა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შედეგი (Output)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</a:tr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Block III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Brainstorming &amp; SCAMPER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10+ იდეის მუტაცია და ფილტრაცია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Block IV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Lean Canvas &amp; VPC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შევსებული Lean Canvas + JTBD Personas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Block 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Interview Design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5-7 ღია კითხვა მომხმარებელთან საუბრისთვის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57200" y="3502152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💡 მიზანი: დღის ბოლოს გქონდეთ მზა ბიზნეს მოდელი და ვალიდაციის გეგმა, რათა ხვალ დაიწყოთ MVP-ს აწყობა.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Myth 1: Innovation requires uniqueness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17 / 53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54864" cy="2889504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2064" y="1188720"/>
            <a:ext cx="8174736" cy="2889504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" y="1261872"/>
            <a:ext cx="54864" cy="106984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1261872"/>
            <a:ext cx="7900415" cy="106984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3" y="1335024"/>
            <a:ext cx="768095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❌ მითი #1: იდეა აუცილებლად სრულიად ახალი და უნიკალური უნდა იყოს ბაზარზე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3" y="1728216"/>
            <a:ext cx="7680959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სტარტაპერები ხშირად უარს ამბობენ იდეაზე, თუ მსგავსი პროდუქტი უკვე არსებობს.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" y="2404872"/>
            <a:ext cx="54864" cy="154533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76656" y="2404872"/>
            <a:ext cx="7900415" cy="154533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3" y="2478024"/>
            <a:ext cx="768095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🟢 რეალობა: შესრულება (Execution) უფრო მნიშვნელოვანია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3" y="2871216"/>
            <a:ext cx="7680959" cy="95097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წარმატებული სტარტაპების უმრავლესობა არსებულ ბაზარზე მცირე მუტაციით (SCAMPER) და უკეთესი სერვისით იმარჯვებს. მაგალითად: Google არ ყოფილა პირველი საძიებო სისტემა, ხოლო Facebook - პირველი სოციალური ქსელი.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Myth 2: MVP requires developers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18 / 53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54864" cy="2651759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2064" y="1188720"/>
            <a:ext cx="8174736" cy="2651759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" y="1261872"/>
            <a:ext cx="54864" cy="106984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1261872"/>
            <a:ext cx="7900415" cy="106984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3" y="1335024"/>
            <a:ext cx="768095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❌ მითი #2: MVP-ს (პირველი პროდუქტის) შესაქმნელად მჭირდება დეველოპერთა გუნდი და 3 თვე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3" y="1728216"/>
            <a:ext cx="7680959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დამფუძნებლები ხარჯავენ თვეებს დეველოპერების ძებნაში იდეის ვალიდაციამდე.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" y="2404872"/>
            <a:ext cx="54864" cy="130759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76656" y="2404872"/>
            <a:ext cx="7900415" cy="130759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3" y="2478024"/>
            <a:ext cx="768095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🟢 რეალობა: No-Code/AI იძლევა სწრაფ ალტერნატივას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3" y="2871216"/>
            <a:ext cx="7680959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Lovable.dev-ითა და Supabase-ით სტარტაპერს შეუძლია თავად ააწყოს მუშა Landing Page მონაცემთა ბაზით სულ რაღაც 45 წუთში, კოდის წერის გარეშე.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Myth 3: High budget is essential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19 / 53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54864" cy="2889504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2064" y="1188720"/>
            <a:ext cx="8174736" cy="2889504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" y="1261872"/>
            <a:ext cx="54864" cy="106984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1261872"/>
            <a:ext cx="7900415" cy="106984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3" y="1335024"/>
            <a:ext cx="768095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❌ მითი #3: სტარტაპის დასაწყებად საჭიროა დიდი საწყისი კაპიტალი და ინვესტიცია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3" y="1728216"/>
            <a:ext cx="7680959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დამფუძნებლები ელოდებიან გრანტს ან ინვესტორს იდეის შესამოწმებლად.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" y="2404872"/>
            <a:ext cx="54864" cy="154533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76656" y="2404872"/>
            <a:ext cx="7900415" cy="154533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3" y="2478024"/>
            <a:ext cx="768095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🟢 რეალობა: $0-იანი ვალიდაციის ეპოქა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3" y="2871216"/>
            <a:ext cx="7680959" cy="95097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AI ხელსაწყოების (Claude, Perplexity, Gamma, Make) უფასო ვერსიებით შეგიძლიათ სრულიად უფასოდ ჩაატაროთ კვლევა, შექმნათ ვიზუალური ბრენდი და მოიზიდოთ პირველი მომხმარებლები.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AI Strategy: 10x Experimentation Speed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20 / 53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აჩქარებს AI ექსპერიმენტების სიჩქარეს?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73405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2734056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ტრადიციული პროცესი (1 თვე):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186537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ბაზრის კვლევა სააგენტოს მიერ;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დიზაინერის მიერ ლოგოს შექმნა;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კოპირაითერის მიერ ტექსტების წერა;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დეველოპერის მიერ კოდის წერა.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273405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273405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AI-Driven პროცესი (1 დღე):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186537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კვლევა Perplexity-ით (10 წუთი);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ლოგო Ideogram-ით (5 წუთი);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კოპირაითინგი Claude-ით (10 წუთი);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MVP Lovable-ით (45 წუთი).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AI Strategy: Cost Minimization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21 / 53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სტარტაპის დაწყების ხარჯების ოპტიმიზაცია AI-ის მეშვეობით: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🎨 Visuals ($0 vs $500)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Ideogram-ითა და Flux-ით იქმნება პროფესიონალური ლოგო და ილუსტრაციები უფასოდ.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💻 Dev ($0 vs $3000)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Lovable-ის უფასო ვერსიით ეშვება პირველი MVP, Vercel-ის უფასო ჰოსტინგით.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081527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081527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136391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🤖 Ops ($0 vs $400)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529584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Make.com-ის 1000 უფასო ოპერაციით ხდება CRM ბაზის ავტომატიზაცია.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361688"/>
            <a:ext cx="8229600" cy="4892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💡 დასკვნა: თქვენი მთავარი ხარჯი არის დრო და არა ფული. AI გაძლევთ საშუალებას $0-ით მიაღწიოთ პირველ გაყიდვებამდე.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AI Tools: Safety Ratings Matrix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22 / 53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რომელი AI ინსტრუმენტებია უსაფრთხო თქვენი სტარტაპის მონაცემებისთვის?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737360"/>
          <a:ext cx="8229600" cy="16916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ინსტრუმენტი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რეიტინგი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მონაცემთა გამოყენება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რეკომენდაცია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</a:tr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NotebookLM / Lovable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🟢 GO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არ გამოიყენება წვრთნისთვის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უსაფრთხოა ბიზნეს დოკუმენტებისთვის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Claude / Perplexity</a:t>
                      </a:r>
                    </a:p>
                  </a:txBody>
                  <a:tcPr>
                    <a:solidFill>
                      <a:srgbClr val="FFF7ED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🟡 CAUTION</a:t>
                      </a:r>
                    </a:p>
                  </a:txBody>
                  <a:tcPr>
                    <a:solidFill>
                      <a:srgbClr val="FFF7ED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შეიძლება გამოიყენოს, თუ არ გათიშავთ</a:t>
                      </a:r>
                    </a:p>
                  </a:txBody>
                  <a:tcPr>
                    <a:solidFill>
                      <a:srgbClr val="FFF7ED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გამოიყენეთ კოპირაითინგისთვის, პირადი მონაცემების გარეშე</a:t>
                      </a:r>
                    </a:p>
                  </a:txBody>
                  <a:tcPr>
                    <a:solidFill>
                      <a:srgbClr val="FFF7ED"/>
                    </a:solidFill>
                  </a:tcPr>
                </a:tc>
              </a:tr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ChatGPT Free / Gemini Free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🔴 STOP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ყველა მონაცემს იყენებს წვრთნისთვის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არ ჩაწეროთ საიდუმლო ფორმულები ან კოდი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AI Tools: Data Leakage Protection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23 / 53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დავიცვათ თავი მონაცემთა გაჟონვისგან (Data Leakage)?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86207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2862072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9525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⚠️ უსაფრთხოების წესები: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გათიშეთ Training პარამეტრი: ChatGPT-ისა და Claude-ის პარამეტრებში გათიშეთ „Improve model for everyone“;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მონაცემთა ფილტრაცია: AI-ში ჩაწერამდე წაშალეთ მომხმარებლის ელფოსტა, ტელეფონის ნომერი და გვარი;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Enterprise ვერსიები: თუ ბიუჯეტი გაქვთ, გამოიყენეთ API ვერსიები, რადგან API-ით გაგზავნილი მონაცემები არასოდეს გამოიყენება მოდელის წვრთნისთვის.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Divergent Thinking: Ideation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24 / 53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გამოვიყენოთ AI იდეების რაოდენობრივი გაფართოებისთვის?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106984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1069848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💡 წესი: რაოდენობა ბადებს ხარისხს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ამ ეტაპზე არ ვფილტრავთ იდეებს. ვავალებთ AI-ს გენერირებას სხვადასხვა კუთხით.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880360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12064" y="2880360"/>
            <a:ext cx="81747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2916936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Divergent Ideation Prompt: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3154679"/>
            <a:ext cx="8010144" cy="4663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3182111"/>
            <a:ext cx="7900416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იმოქმედე როგორც კრეატიული სტარტაპ მენტორი.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ჩემი ბაზისური იდეაა: [იდეა].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შემომთავაზე 20 სრულიად განსხვავებული მიმართულება და ნიშა ამ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იდეისთვის.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გამოიყენე უჩვეულო კავშირები და მოერიდე სტანდარტულ პასუხებს.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Convergent Thinking: Pruning &amp; Selection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25 / 53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შევამციროთ 20 იდეა 1 ფინალურ პროექტამდე?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63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🔍 ფილტრაციის კრიტერიუმები: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Traction Potential: რამდენად მარტივია პირველი 10 მომხმარებლის მოზიდვა?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Feasibility: შესაძლებელია თუ არა MVP-ს აწყობა Lovable-ით 1 დღეში?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Market Need: რამდენად მტკივნეულია პრობლემა მომხმარებლისთვის?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🚀 პრაქტიკული ნაბიჯი: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AI-ს ვთხოვთ იდეების შეფასებას მატრიცის მიხედვით: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805172" y="2752344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860036" y="2752344"/>
            <a:ext cx="37170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14900" y="2807208"/>
            <a:ext cx="3552444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69764" y="2834640"/>
            <a:ext cx="3442716" cy="63093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შეაფასე ეს 3 იდეა [იდეები]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0-10 შკალაზე: 1) მარტივი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MVP, 2) პირველი გაყიდვების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სიჩქარე, 3) კონკურენციის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სიმცირე. წარმოადგინე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ცხრილის სახით.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SCAMPER მეთოდოლოგია: 7 გზა ინოვაციისთვის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26 / 53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ინოვაციის მიღების 7 გზა ნებისმიერი ტრადიციული ბიზნესისთვის: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737360"/>
          <a:ext cx="8229600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71475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ასო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კითხვა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მაგალითი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</a:tr>
              <a:tr h="371475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S - Substitute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რისი შენაცვლება შეგვიძლია?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ოფისის ჩანაცვლება 24/7 AI ხმოვანი ასისტენტით.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1475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C - Combine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რისი გაერთიანება შეიძლება?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ირიგაციის სისტემისა და აგრო-დაზღვევის გაერთიანება.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71475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A - Adapt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როგორ მოვარგოთ სხვა სფეროს?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Tinder-ის „Swipe“ მოდელის მორგება ვაკანსიების ძებნაზე.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1475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M - Modify / Magnify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რისი გადიდება/შეცვლა შეიძლება?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სისხლის ანალიზის პასუხი 24 საათის ნაცვლად 1 წუთში.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71475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P - Put to other use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სად შეიძლება სხვაგან გამოყენება?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ნარჩენი მონაცემების გამოყენება ბაზრის ტრენდების პროგნოზირებისთვის.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1475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E - Eliminate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რისი მოცილება შეიძლება?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რეგისტრაციის ეტაპის გაუქმება - პირდაპირ Google-ით 1 წამში.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371475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R - Reverse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რისი შებრუნება შეიძლება?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BNPL: ჯერ პროდუქტი, მერე გადახდა, ტრადიციული წინასწარი გადახდის ნაცვლად.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SCAMPER: Worked Example — ჭკვიანი ირიგაცია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27 / 53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გამოიყურება SCAMPER-ის 7 ნაბიჯი გამოყენებული ერთსა და იმავე იდეაზე?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🔄 S + 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ჩაანაცვლეთ ოპერატორები 24/7 AI ასისტენტით და გააერთიანეთ სისტემა აგრო-დაზღვევასთან: თუ ფერმერი იყენებს AI მორწყვას, დაზღვევა უფრო იაფია.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🔌 A + 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მოარგეთ Tinder-ის Swipe მოდელი პარტნიორი მომწოდებლების შერჩევას. ასევე, გაზარდეთ სიზუსტე: სენსორმა 24 საათის ნაცვლად 1 წუთში აჩვენოს ტენიანობის დონე.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319272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319272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374136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🔁 P + E + 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767328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გამოიყენეთ ნიადაგის ისტორიული მონაცემები მოსავლის პროგნოზირებისთვის, გააუქმეთ რთული რეგისტრაცია და შესთავაზეთ სენსორი იჯარით (ჯერ სარგებელი, მერე გადახდა).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დავალება #1: SCAMPER Sprint (25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28 / 53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გამოიყენეთ SCAMPER ჩარჩო თქვენი იდეის გარდაქმნისთვის: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19933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გახსენით Claude ან ChatGPT და შეიყვანეთ ქვემოთ მოცემული პრომპტი;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შეცვალეთ [აღწერა] თქვენი იდეით;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ჩაწერეთ მიღებული 7 მუტაცია და შეარჩიეთ 1 საუკეთესო ვარიანტი.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" y="4270248"/>
            <a:ext cx="54864" cy="50749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76656" y="4270248"/>
            <a:ext cx="3717036" cy="50749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3" y="4343400"/>
            <a:ext cx="3497580" cy="361187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✅ Checklist: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2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SCAMPER Sprint პრომპტი: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805172" y="2176272"/>
            <a:ext cx="3771900" cy="26014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860036" y="2221991"/>
            <a:ext cx="3662172" cy="2510027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14900" y="2240279"/>
            <a:ext cx="3552444" cy="24734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გამოიყენე SCAMPER ჩარჩო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ჩემი იდეისთვის: [ჩაწერე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იდეა].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ყოველი 7 ნაბიჯისთვის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მომეცი 2-3 წინადადებიანი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მუტაცია: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 - Substitute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(ჩანაცვლება): რა შეიძლება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ჩავანაცვლოთ?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C - Combine (გაერთიანება):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რა ორი იდეა გავაერთიანოთ?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A - Adapt (ადაპტაცია): რა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მსგავსი პროდუქტი არსებობს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სხვა სფეროში?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M - Modify (მოდიფიკაცია):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როგორ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გავადიდოთ/შევამციროთ?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P - Put to other use (სხვა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დანიშნულება): ვინ კიდევ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გამოიყენებს?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E - Eliminate (მოშორება):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რა შეგვიძლია ამოვიღოთ?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R - Rearrange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(გადალაგება): რა თუ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პროცესს შევცვლით?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5 Whys: Deep Root-Cause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29 / 53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მივაგნოთ მომხმარებლის რეალურ ტკივილს?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3113532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9525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❓ 5 Whys მაგალითი: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22860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1.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რატომ არ რწყავს ფერმერი მიწას დროულად? - წყალი ძვირია;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2.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რატომ არის ძვირი? - ბევრს ხარჯავს ზედმეტი მორწყვით;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3.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რატომ რწყავს ზედმეტად? - არ იცის ნიადაგის რეალური ტენიანობა;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4.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რატომ არ იცის? - არ აქვს საზომი ხელსაწყოები;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5.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რატომ არ აქვს? - ბაზარზე არსებული სისტემები რთული და ძვირია.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4562856"/>
            <a:ext cx="7955279" cy="214883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ფესვური პრობლემა: ფერმერს სჭირდება იაფი და მარტივი საზომი, არა დიდი ტექნიკა.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What If: Blue Ocean Opportunity Prompts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30 / 53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სტანდარტების დარღვევა და ახალი ბაზრების (Blue Ocean) პოვნა: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18928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1892807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💡 What If კითხვების დიზაინი: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12984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„რა მოხდება, თუ ჩვენს საიტს არ ექნება ფასები და მომხმარებელი თავად გადაიხდის იმდენს, რამდენსაც საჭიროდ ჩათვლის?“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„რა მოხდება, თუ ჩვენი პროდუქტი იმუშავებს სრულიად ხაზგარეშე (Offline)?“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703320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12064" y="3703320"/>
            <a:ext cx="81747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3739896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What If Prompt: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3977639"/>
            <a:ext cx="8010144" cy="4663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4005072"/>
            <a:ext cx="7900416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ჩემი სტარტაპ იდეაა: [იდეა].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დამისვი 5 პროვოკაციული "What If" კითხვა, რომელიც მთლიანად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შეცვლის ამ ბიზნესის ტრადიციულ წესებს და დამეხმარება ახალი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ბაზრის პოვნაში.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Six Thinking Hats: 6 ქუდის ჩარჩო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31 / 53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იდეის სისტემატური, მრავალმხრივი შეფასების 6 პერსპექტივა: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737360"/>
          <a:ext cx="8229600" cy="26517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ქუდი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ფოკუსი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კითხვა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</a:tr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⚪ თეთრი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ინფორმაცია და ციფრები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რა ობიექტური ფაქტები გვაქვს?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🔴 წითელი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ინტუიცია და ემოციები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რას გრძნობს დამფუძნებელი და მომხმარებელი?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</a:tr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⚫ შავი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რისკები და კრიტიკა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რატომ ჩაფლავდება იდეა?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🟡 ყვითელი</a:t>
                      </a:r>
                    </a:p>
                  </a:txBody>
                  <a:tcPr>
                    <a:solidFill>
                      <a:srgbClr val="FFF7ED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ოპტიმიზმი და სარგებელი</a:t>
                      </a:r>
                    </a:p>
                  </a:txBody>
                  <a:tcPr>
                    <a:solidFill>
                      <a:srgbClr val="FFF7ED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რა არის საუკეთესო სცენარი?</a:t>
                      </a:r>
                    </a:p>
                  </a:txBody>
                  <a:tcPr>
                    <a:solidFill>
                      <a:srgbClr val="FFF7ED"/>
                    </a:solidFill>
                  </a:tcPr>
                </a:tc>
              </a:tr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🟢 მწვანე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კრეატიულობა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როგორ გადავჭრათ შავი ქუდის რისკები?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🔵 ლურჯი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შეჯამება და მართვა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რა არის ჩვენი შემდეგი ნაბიჯი?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Six Thinking Hats: Worked Example — ირიგაციის სისტემა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32 / 53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ერთი და იგივე იდეა, გატარებული სამივე წყვილ ქუდში: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48818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48818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⚪🔴 თეთრი + წითელი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95097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„საქართველოში არის 40,000 მცირე ფერმერი, აქედან მხოლოდ 15% იყენებს წვეთოვან სისტემებს. ამასთან, ფერმერებს ეშინიათ ახალი ტექნოლოგიების, რადგან ჰგონიათ, რომ რთულია.“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48818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48818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⚫🟡 შავი + ყვითელი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„რისკი: ინტერნეტი რეგიონებში სუსტია და სენსორების ფასი მაღალია. სარგებელი: ფერმერი ზოგავს 40% წყალს, სისტემა ხარჯებს 3 თვეში ანაზღაურებს.“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362706"/>
            <a:ext cx="45720" cy="148818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362706"/>
            <a:ext cx="4000500" cy="148818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417570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🟢🔵 მწვანე + ლურჯი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810761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„გადაწყვეტა: მონაცემები SMS-ით ინტერნეტის ნაცვლად, სენსორები იჯარით ყიდვის ნაცვლად. შემდეგი ნაბიჯი: 1 სწრაფი ინტერვიუ ფერმერთან იჯარის მოდელის შესამოწმებლად.“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Jobs-to-be-Done (JTBD): Milkshake Story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33 / 53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კლეიტონ კრისტენსენის ლეგენდარული ქეისი - რატომ ყიდულობენ ადამიანები მილქშეიკს დილით?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75104"/>
            <a:ext cx="54864" cy="158191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975104"/>
            <a:ext cx="3991356" cy="1581912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63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❌ არასწორი ანალიზი (დემოგრაფია):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441448"/>
            <a:ext cx="37719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მილქშეიკს ყიდულობენ 25-35 წლის მამაკაცები, რომელთაც უყვართ ტკბილი.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975104"/>
            <a:ext cx="54864" cy="158191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975104"/>
            <a:ext cx="3991356" cy="158191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🟢 სწორი ანალიზი (JTBD):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441448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მომხმარებელი „ქირაობს“ მილქშეიკს, რათა გრძელი და მოსაწყენი მგზავრობისას მანქანაში ჰქონდეს რაღაც ნოყიერი, რაც დიდხანს არ გათავდება და ხელს დაუკავებს.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630168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დასკვნა: თქვენი კონკურენტი შეიძლება იყოს არა სხვა მილქშეიკი, არამედ ბანანი ან ორცხობილა.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Jobs-to-be-Done (JTBD): Formula &amp; Examples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34 / 53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ჩამოვაყალიბოთ JTBD მომხმარებლისთვის?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81635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281635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როდესაც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49424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688336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მე მინდა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3127248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3566160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რათა შევძლო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4005072"/>
            <a:ext cx="7955279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[სიტუაცია/კონტექსტი], [რა ქმედება ან ფუნქცია მჭირდება], [რა საბოლოო შედეგს/ემოციას ველოდები].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626864"/>
            <a:ext cx="54864" cy="22402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12064" y="4626864"/>
            <a:ext cx="3991356" cy="22402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640580" y="4626864"/>
            <a:ext cx="54864" cy="22402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695444" y="4626864"/>
            <a:ext cx="3991356" cy="22402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სავარჯიშო: JTBD ფორმულირება (10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35 / 53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ჩამოაყალიბეთ თქვენი სტარტაპის ძირითადი JTBD ფორმულა: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542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გახსენით Claude ან ChatGPT 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დაწერეთ თქვენი სტარტაპის JTBD ფორმულა: „როდესაც [სიტუაცია], მინდა [აქტივობა], რათა [სასურველი შედეგი]“ 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სთხოვეთ AI-ს, გაუკეთოს კრიტიკა ამ ფორმულას და შემოგთავაზოთ 2 უფრო ზუსტი და სპეციფიკური ალტერნატივა.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2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JTBD სავარჯიშო შაბლონი: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05172" y="2176272"/>
            <a:ext cx="3771900" cy="26014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60036" y="2221991"/>
            <a:ext cx="3662172" cy="2510027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14900" y="2240279"/>
            <a:ext cx="3552444" cy="24734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მე ვავითარებ სტარტაპს: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[მაგ: პლატფორმა ძაღლის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მომვლელების საპოვნელად].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ჩემი მომხმარებლისთვის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ჩამოვაყალიბე შემდეგი JTBD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განაცხადი: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„როდესაც მივდივარ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მივლინებაში და სახლში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მრჩება ძაღლი, მინდა ვიპოვო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სანდო ადამიანი, რომელიც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ჩემს ძაღლს მიხედავს, რათა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მშვიდად ვიყო.“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გააანალიზე ეს ფორმულირება: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რამდენად ზუსტად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გადმოსცემს ის მომხმარებლის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რეალურ ამოცანას, სიტუაციას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 ემოციურ მოტივაციას?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2. შემომთავაზე 2 უფრო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გაუმჯობესებული JTBD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ალტერნატივა.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Alternative Ideation: Analogical &amp; Contrarian Prompting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36 / 53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ორი დამატებითი ტექნიკა, თუ SCAMPER-ის შემდეგაც გჭირდებათ ახალი კუთხე: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🔗 Analogical: „Airbnb for X“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არსებული წარმატებული ბიზნეს მოდელის გადმოტანა თქვენს სფეროში (Uber for X, Netflix for X, Airbnb for X).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" y="2990088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76656" y="2990088"/>
            <a:ext cx="37170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19" y="3044952"/>
            <a:ext cx="3552444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3" y="3072384"/>
            <a:ext cx="3442716" cy="63093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შემომთავაზე 5 სხვადასხვა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"Airbnb for X" ან "Uber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for X" ანალოგიური ბიზნეს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მოდელი [სფერო]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ინდუსტრიისთვის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საქართველოში.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🚫 Contrarian: წესების დარღვევა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0517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ინდუსტრიის მიღებული სტანდარტის შებრუნება ახალი მოდელის შესაქმნელად (მაგ: სასტუმროში მისაღების გარეშე შესვლა მობილური აპლიკაციით).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05172" y="2990088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860036" y="2990088"/>
            <a:ext cx="37170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914900" y="3044952"/>
            <a:ext cx="3552444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69764" y="3072384"/>
            <a:ext cx="3442716" cy="63093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9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დაასახელე 3 მიღებული წესი</a:t>
            </a:r>
          </a:p>
          <a:p>
            <a:pPr>
              <a:spcAft>
                <a:spcPts val="0"/>
              </a:spcAft>
            </a:pPr>
            <a:r>
              <a:rPr sz="9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[სფერო] ინდუსტრიაში და</a:t>
            </a:r>
          </a:p>
          <a:p>
            <a:pPr>
              <a:spcAft>
                <a:spcPts val="0"/>
              </a:spcAft>
            </a:pPr>
            <a:r>
              <a:rPr sz="9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შემომთავაზე Contrarian</a:t>
            </a:r>
          </a:p>
          <a:p>
            <a:pPr>
              <a:spcAft>
                <a:spcPts val="0"/>
              </a:spcAft>
            </a:pPr>
            <a:r>
              <a:rPr sz="9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იდეა, რომელიც ამ წესებს</a:t>
            </a:r>
          </a:p>
          <a:p>
            <a:pPr>
              <a:spcAft>
                <a:spcPts val="0"/>
              </a:spcAft>
            </a:pPr>
            <a:r>
              <a:rPr sz="9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არღვევს.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Value Proposition Canvas: Customer Profile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37 / 53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მომხმარებლის დეტალური შესწავლა: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441447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2441447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63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👤 Customer Jobs (სამუშაოები):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რა ტექნიკურ, სოციალურ თუ ემოციურ ამოცანებს ასრულებს მომხმარებელი ყოველდღიურად?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244144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2441447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⚠️ Pains (ტკივილები) &amp; Gains (სარგებელი):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15727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Pains: რა უშლის ხელს ამ საქმის კეთებაში? რა რისკებია?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Gains: რა დადებით შედეგს ელოდება წარმატების შემთხვევაში?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მომხმარებლის ინტერვიუს სცენარი (Customer Interview Script)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38 / 53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სანამ ეს პროფილი ვარაუდად დარჩება, გადაამოწმეთ ის რეალურ საუბარში: როგორ ვესაუბროთ პოტენციურ მომხმარებელს, რათა მივიღოთ რეალური ინსაითები?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75104"/>
            <a:ext cx="54864" cy="286207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975104"/>
            <a:ext cx="3991356" cy="2862072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63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❌ არასწორი კითხვები: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441448"/>
            <a:ext cx="3771900" cy="15727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„მოგწონთ ჩემი იდეა?“ (ადამიანები მოგატყუებენ, რომ გული არ გატკინონ);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„იყიდიდით ასეთ აპლიკაციას?“ (ჰიპოთეტური კითხვები არ მუშაობს).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975104"/>
            <a:ext cx="54864" cy="28620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975104"/>
            <a:ext cx="3991356" cy="286207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🟢 სწორი კითხვები (The Mom Test):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441448"/>
            <a:ext cx="3771900" cy="19933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„როგორ წყვეტთ ამ პრობლემას დღეს?“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„ბოლოს როდის მოხდა ეს პრობლემა და რა გააკეთეთ?“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„რა იყო ყველაზე რთული ამ პროცესში და რატომ?“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The Mom Test: Do's vs. Don'ts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39 / 53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ვკითხოთ მომხმარებელს, რათა თავიდან ავიცილოთ ცრუ პოზიტიური პასუხები: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737360"/>
          <a:ext cx="8229600" cy="16916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🔴 ცუდი კითხვა (Don't)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🟢 კარგი კითხვა (Do)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</a:tr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„მოგწონთ ჩემი იდეა?“ ადამიანები ზრდილობიანები არიან და მოგატყუებენ.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„როგორ ჭრით ამ პრობლემას დღეს?“ გაიგებთ, რეალურად არსებობს თუ არა ტკივილი.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„იყიდიდით ასეთ აპლიკაციას?“ ჰიპოთეტური პასუხები არაფერს ნიშნავს.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„ბოლოს როდის გადაიხადეთ ამ პრობლემის მოგვარებაში?“ ამოწმებს რეალურ გადახდისუნარიანობას.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„რამდენს გადაიხდიდით ამაში?“ ხალხს სურს პროდუქტი უფასოდ, ფასი ყოველთვის რთულია.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„რა დაგიჯდათ ამ პრობლემის მოგვარება ბოლოს?“ აჩვენებს მათ მიერ გაღებულ რეალურ ხარჯებს.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სავარჯიშო: The Mom Test სიმულაცია (10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40 / 53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გამოსცადეთ თქვენი ინტერვიუს კითხვები AI-სთან როლურ თამაშში: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57403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გახსენით Claude ან ChatGPT 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სთხოვეთ AI-ს: „მოირგე [თქვენი ICP პროფილის] როლი. მე დაგისვამ კითხვებს ჩემი სტარტაპის ვალიდაციისთვის. ილაპარაკე მოკლედ და ნუ იქნები ზედმეტად დამყოლი.“ 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დაუსვით 3 კითხვა The Mom Test-ის წესების (წარსული გამოცდილების შესახებ) დაცვით და შეაფასეთ მიღებული პასუხები.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The Mom Test როლური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თამაშის პრომპტი: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05172" y="2176272"/>
            <a:ext cx="3771900" cy="26014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60036" y="2221991"/>
            <a:ext cx="3662172" cy="2510027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14900" y="2240279"/>
            <a:ext cx="3552444" cy="24734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შენ ხარ ჩემი სტარტაპის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სამიზნე მომხმარებელი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(ICP): [მაგ: მცირე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რესტორნის მფლობელი,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რომელიც თავად უმკლავდება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პროდუქტების შესყიდვას].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მინდა ჩაგიტარო ინტერვიუ.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წესები შენთვის: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ილაპარაკე მოკლედ, 1-2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წინადადებით, როგორც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დაკავებულმა ადამიანმა.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2. ნუ იქნები ზედმეტად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დამყოლი ან თავაზიანი. თუ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რამე პრობლემა არ გაწუხებს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რეალურად, პირდაპირ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მითხარი.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3. უპასუხე მხოლოდ შენს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წარსულ გამოცდილებაზე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დაყრდნობით.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თუ მზად ხარ, მომესალმე 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დავიწყოთ.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Value Proposition Canvas: Value Map Alignment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41 / 53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ინტერვიუდან მიღებული ინსაითების გათვალისწინებით - როგორ ერგება თქვენი პროდუქტი მომხმარებლის პროფილს?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75104"/>
            <a:ext cx="54864" cy="287578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975104"/>
            <a:ext cx="3991356" cy="287578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📦 ჩვენი შეთავაზება: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441448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Products &amp; Services: ჩვენი კონკრეტული MVP პროდუქტი.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Pain Relievers: როგორ ვაყუჩებთ მომხმარებლის ტკივილს?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Gain Creators: როგორ ვქმნით დამატებით სარგებელს?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975104"/>
            <a:ext cx="54864" cy="287578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975104"/>
            <a:ext cx="3991356" cy="2875788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🎯 იდეალური მორგება (Fit):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441448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თქვენი Pain Relievers და Gain Creators ზუსტად უნდა პასუხობდნენ მომხმარებლის მიერ დასახელებულ Pains &amp; Gains-ს.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Define Your ICP: სამიზნე მომხმარებლის პროფილი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42 / 53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Customer Profile, ინტერვიუ და Value Map უკვე დაგეხმარათ მომხმარებლის გაცნობაში - ახლა ეს ყველაფერი 1 კონკრეტულ პორტრეტად ჩამოვაყალიბოთ (Ideal Customer Profile):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75104"/>
            <a:ext cx="54864" cy="273405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975104"/>
            <a:ext cx="8174736" cy="2734056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048256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🎯 ICP-ის სავალდებულო ელემენტები: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441448"/>
            <a:ext cx="7955279" cy="21396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დემოგრაფია/ფირმოგრაფია: ასაკი, პროფესია ან ბიზნესის ზომა და სექტორი;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ქცევა: სად ეძებს ინფორმაციას, რომელ პლატფორმებს იყენებს;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გადახდისუნარიანობა: აქვს თუ არა რეალური ბიუჯეტი პრობლემის მოსაგვარებლად;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Early Adopter ნიშანი: უკვე ცდილობს თუ არა პრობლემის გადაჭრას სხვა (ხშირად არასრულყოფილი) გზით.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782312"/>
            <a:ext cx="54864" cy="27432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12064" y="4782312"/>
            <a:ext cx="8174736" cy="2743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4818888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ICP Definition Prompt: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5056632"/>
            <a:ext cx="8010144" cy="914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5084064"/>
            <a:ext cx="7900416" cy="3657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ჩემი სტარტაპ იდეაა: [იდეა]. მომხმარებლის ინტერვიუდან გავიგე: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[insights].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ჩამომიყალიბე 1 კონკრეტული ICP პორტრეტი: ვინ არის ეს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ადამიანი/ბიზნესი, სად ვიპოვი მას, და რატომ იქნება ის ჩვენი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პირველი მომხმარებელი.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Lean Canvas: Blocks 1-3 &amp; The Golden Thread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43 / 53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ბიზნეს მოდელის პირველი და ყველაზე კრიტიკული ნაწილი - ახლა უკვე ICP-ისა და ინტერვიუს ინსაითებით გამყარებული: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75104"/>
            <a:ext cx="45720" cy="1369314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975104"/>
            <a:ext cx="4000500" cy="1369314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2029968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1. Problem (პრობლემა)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423160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1-3 მთავარი პრობლემა, რომელსაც მომხმარებელი აწყდება. ასევე, არსებული ალტერნატივები.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975104"/>
            <a:ext cx="45720" cy="1369314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975104"/>
            <a:ext cx="4000500" cy="1369314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2029968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2. Customer Segments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423160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ვინ არის სამიზნე მომხმარებელი? ვინ არიან თქვენი პირველი მომხმარებლები (Early Adopters)?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481578"/>
            <a:ext cx="45720" cy="1369314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481578"/>
            <a:ext cx="4000500" cy="1369314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536442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3. UVP (ფასეულობა)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929634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მკაფიო მესიჯი, რომელიც ხსნის, რით ხართ განსხვავებული და რატომ უნდა იყიდონ თქვენგან.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Lean Canvas: Blocks 4-6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44 / 53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ბიზნეს მოდელის მეორე ნაწილი - გადაწყვეტა და ფინანსები: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4. Solution (გადაწყვეტა)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3 ძირითადი ფუნქცია, რომლითაც აგვარებთ თითოეულ პრობლემას.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5. Channels (არხები)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მიაღწევთ მომხმარებლამდე? (სოც. მედია, SEO, პარტნიორობები, გაყიდვები).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081527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081527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136391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6. Revenue Streams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529584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გამოიმუშავებთ ფულს? (SaaS გამოწერა, ერთჯერადი გაყიდვა, საკომისიო).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Lean Canvas: Blocks 7-9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45 / 53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ბიზნეს მოდელის ბოლო ნაწილი - ხარჯები, მეტრიკები და უპირატესობა: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7. Cost Structure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თქვენი ძირითადი ფიქსირებული და ცვლადი ხარჯები (ჰოსტინგი, მარკეტინგი, დომენი).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8. Key Metrics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გაზომავთ წარმატებას? (რეგისტრაციები, კონვერსია, Churn rate).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081527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081527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136391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9. Unfair Advantage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529584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კონკურენტული უპირატესობა, რომლის კოპირებაც რთულია (ექსკლუზიური გუნდი, პატენტი).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დავალება #2: Lean Canvas ავტომატური შევსება (15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46 / 53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შეავსეთ თქვენი სტარტაპის Lean Canvas AI-ის დახმარებით: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542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აირჩიეთ საუკეთესო იდეა და გახსენით Claude ან ChatGPT 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შეიყვანეთ ქვემოთ მოცემული პრომპტი და შეცვალეთ [იდეის სახელი] თქვენი სტარტაპით;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შეაფასეთ მიღებული 9 ბლოკი და შეამოწმეთ მათი ლოგიკური თანმიმდევრობა.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Lean Canvas შევსების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პრომპტი: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05172" y="2176272"/>
            <a:ext cx="3771900" cy="26014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60036" y="2221991"/>
            <a:ext cx="3662172" cy="2510027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14900" y="2240279"/>
            <a:ext cx="3552444" cy="24734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მე მაქვს ბიზნეს იდეა: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[იდეის სახელი + 1-2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წინადადებიანი აღწერა].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შემომთავაზე Lean Canvas-ის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9 ბლოკის შევსება ჩემი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იდეისთვის. თითოეულ ბლოკში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დაწერე 2-3 წინადადება.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იყავი კრიტიკული და მიუთითე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შეუსაბამობებზე.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ბლოკები: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Problem, 2. Solution,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3. Key Metrics, 4. Unique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Value Proposition, 5.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Unfair Advantage, 6.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Channels, 7. Customer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Segments, 8. Cost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Structure, 9. Revenue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Streams.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სავარჯიშო: AI Pre-Mortem სტრეს-ტესტი (10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47 / 53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ჩაატარეთ თქვენი იდეის "სიკვდილისწინა ანალიზი" (Pre-Mortem) AI-სთან: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გახსენით Claude ან ChatGPT 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შეიყვანეთ ქვემოთ მოცემული პრომპტი (ჩაწერეთ თქვენი იდეა);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გაანალიზეთ AI-ის მიერ მოცემული გაკოტრების 3 მიზანი და მათი პრევენციის გზები.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" y="4544568"/>
            <a:ext cx="54864" cy="23317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76656" y="4544568"/>
            <a:ext cx="3717036" cy="23317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2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AI Pre-Mortem პრომპტი: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805172" y="2176272"/>
            <a:ext cx="3771900" cy="26014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860036" y="2221991"/>
            <a:ext cx="3662172" cy="2510027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14900" y="2240279"/>
            <a:ext cx="3552444" cy="24734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მოიქეცი როგორც გამოცდილი,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კრიტიკულად განწყობილი VC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ინვესტორი.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ჩემი სტარტაპ იდეაა: [იდეა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 სამიზნე აუდიტორია].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წარმოიდგინე, რომ 1 წელი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გავიდა და ჩემი სტარტაპი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სრულად გაკოტრდა.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დამიწერე 3 ყველაზე რეალური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მიზეზი, რის გამოც ეს მოხდა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(მაგ: ბაზრის არარსებობა,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ტექნიკური სირთულე,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მომხმარებლის უნდობლობა).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თითოეულ მიზეზს მიუწერე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კონკრეტული, პრაქტიკული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ნაბიჯი, როგორ ავიცილო ეს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თავიდან დღესვე.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სავარჯიშო: AI Customer Role-Play (10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48 / 53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გაესაუბრეთ თქვენს ვირტუალურ იდეალურ მომხმარებელს (ICP):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გამოიყენეთ პრომპტი და სთხოვეთ AI-ს შევიდეს თქვენი ICP-ის როლში;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წარუდგინეთ თქვენი პროდუქტი და სთხოვეთ კრიტიკული კითხვების დასმა;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დაიწყეთ დიალოგი (1-2 იტერაცია) და დააკვირდით მათ რეაქციას.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" y="4544568"/>
            <a:ext cx="54864" cy="23317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76656" y="4544568"/>
            <a:ext cx="3717036" cy="23317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AI Customer Persona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Prompt: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805172" y="2176272"/>
            <a:ext cx="3771900" cy="26014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860036" y="2221991"/>
            <a:ext cx="3662172" cy="2510027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14900" y="2240279"/>
            <a:ext cx="3552444" cy="24734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შენ ხარ ჩემი სტარტაპის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სამიზნე მომხმარებელი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(ICP): [მაგ: ხანდაზმული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პირი, რომელსაც სჭირდება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წამლები ყოველდღიურად / ან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იურისტი].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მე შემოგთავაზებ ჩემს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გადაწყვეტას: [გადაწყვეტის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მოკლე აღწერა].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მიპასუხე შენი პერსონის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სახელიდან და იყავი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რეალისტური: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რა არის შენი პირველი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ეჭვი ან შიში ამ პროდუქტის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მიმართ?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2. რატომ შეიძლება თქვა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უარი მის ყიდვაზე?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3. რა პირობით გადაიხდიდი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ფულს სიამოვნებით?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დავიწყოთ დიალოგი. დამისვი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შენი პირველი კითხვა.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AI-Powered Smoke Testing &amp; UVP ვალიდაცია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49 / 53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შევამოწმოთ რეალური მოთხოვნა პროდუქტის კოდის დაწერამდე (Smoke Test):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🎯 Smoke Test-ის იდეა: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მომხმარებელს ვთავაზობთ პროდუქტის ყიდვას ან რეგისტრაციას მანამ, სანამ ის მზად იქნება. თუ ინტერესი მაღალია, მხოლოდ მაშინ ვიწყებთ Lovable-ით აწყობას.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990088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როგორ დაგვეხმარება AI: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3383280"/>
            <a:ext cx="3771900" cy="1394459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3 ალტერნატიული სარეკლამო სათაურის (Hook/UVP) შექმნაში;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საუკეთესო სადესანტო გვერდის სტრუქტურის განსაზღვრაში;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ინტერესის საზომი მეტრიკების (Click rate) დაგეგმვაში.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2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AI Smoke Test Plan Prompt: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805172" y="2176272"/>
            <a:ext cx="3771900" cy="26014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860036" y="2221991"/>
            <a:ext cx="3662172" cy="2510027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14900" y="2240279"/>
            <a:ext cx="3552444" cy="24734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ჩემი სტარტაპ იდეაა: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[იდეა].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შემიმუშავე 3 განსხვავებული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სარეკლამო სათაური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(Hook/UVP) სატესტოდ.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თითოეული ვარიანტისთვის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დამიწერე: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რა მეტრიკით გავზომო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ინტერესი (მაგ: CTR, Click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to Register).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2. როგორ შევქმნა მარტივი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"Smoke Test" (მაგ: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Facebook რეკლამა + Google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Forms, ან Lovable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სადესანტო გვერდი).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3. რა იქნება წარმატების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მინიმალური ზღვარი (მაგ: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15% კონვერსია).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კონკურენტების ანალიზი და Feature Matrix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50 / 53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შევისწავლოთ კონკურენტები Perplexity-ის მეშვეობით და ვაჩვენოთ ჩვენი უპირატესობა?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75104"/>
            <a:ext cx="54864" cy="130759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975104"/>
            <a:ext cx="8174736" cy="130759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048256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📊 Feature Matrix: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441448"/>
            <a:ext cx="7955279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შედარებითი ცხრილი, რომელიც აჩვენებს თქვენი პროდუქტისა და კონკურენტების ფუნქციების, ფასისა და სუსტი მხარეების თანაფარდობას.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355848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12064" y="3355848"/>
            <a:ext cx="81747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3392424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Competitor Analysis Prompt: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3630168"/>
            <a:ext cx="8010144" cy="4663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3657600"/>
            <a:ext cx="7900416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როლი: ბაზრის წამყვანი ანალიტიკოსი და სტარტაპ კონსულტანტი.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კონტექსტი: ვამზადებ კონკურენტულ ანალიზს ჩემი სტარტაპისთვის.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ჩემი პროდუქტი: [აღწერე პროდუქტი].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დავალება: მოიძიე ინტერნეტში ჩემი პროდუქტის 3 ძირითადი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კონკურენტი.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გამომავალი ფორმატი: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შეადგინე Feature Matrix ცხრილის სახით (ჩვენი პროდუქტი vs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 კონკურენტი), სადაც შეადარებ: ფუნქციებს, საფასო მოდელს,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ძლიერ და სუსტ მხარეებს.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2. მოამზადე მოკლე SWOT ანალიზი თითოეულისთვის.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3. ჩამოაყალიბე ჩვენი Unfair Advantage (უნიკალური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კონკურენტული უპირატესობა).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სავარჯიშო: სწრაფი კონკურენტული ანალიზი (10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51 / 53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მოძებნეთ თქვენი სტარტაპის კონკურენტები ბაზარზე: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542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გახსენით Perplexity 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მოიძიეთ თქვენი იდეის მინიმუმ 2 გლობალური და 1 ლოკალური კონკურენტი;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სთხოვეთ Perplexity-ს, შემოგთავაზოთ შედარებითი Feature Matrix ცხრილი, სადაც ნაჩვენები იქნება თქვენი სტარტაპის უპირატესობა.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Perplexity კონკურენტების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ძიების პრომპტი: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05172" y="2176272"/>
            <a:ext cx="3771900" cy="26014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60036" y="2221991"/>
            <a:ext cx="3662172" cy="2510027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14900" y="2240279"/>
            <a:ext cx="3552444" cy="24734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Search for 3 main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competitors (both global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and local in Georgia) for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the following startup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idea: [მაგ: მეორადი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წიგნების გაცვლისა 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გაყიდვის პლატფორმა].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Provide a comparison table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including: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Pricing Model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2. Key Features and USP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3. Weaknesses / Customer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Complaints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Determine a potential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"Unfair Advantage" for my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startup based on their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weaknesses.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Homework Part A Guidelines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52 / 53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Day 1-ის ბოლოს გასაგზავნი დავალება (20 წუთი):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58775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258775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დავალების ნაბიჯები: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19933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1.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რეგისტრაცია (5 წთ): დარეგისტრირდით Lovable.dev, Supabase, Make.com, Perplexity-ზე.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2.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1 მომხმარებლის ინტერვიუ (10 წთ): დაუსვით 3 ღია კითხვა პოტენციურ კლიენტს და ჩაწერეთ 3 Insights.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3.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Pitch-ის გამარტივება (5 წთ): ჩამოაყალიბეთ თქვენი იდეა 1 წინადადებაში.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398264"/>
            <a:ext cx="8229600" cy="452627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📧 გაგზავნის წესი: გამოიყენეთ `day1_homework_template.md` და გამოაგზავნეთ მეილზე შაბათს დილის 10:00 საათამდე.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Day 1 Wrap-up &amp; Checklist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53 / 53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გილოცავთ! Day 1-ის ძირითადი ეტაპები დასრულებულია: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იდეაცია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SCAMPER და 5 Whys ტექნიკით იდეები გაღრმავდა.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ვალიდაცია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Lean Canvas და VPC-ით ბიზნეს მოდელი მზად არის.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081527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081527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136391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🚀 მზადება ხვალისთვის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529584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ხვალ ავაწყობთ რეალურ MVP საიტს Lovable-ში და Make.com-ის ავტომატიზაციას.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361688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შევხვდებით ხვალ 10:00 საათზე! 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