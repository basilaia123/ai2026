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⚖️ იდეების შეფასება და პრიორიტეტიზაცია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შეფასების კრიტერიუმები (1-10 ბალით):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გავლენა (Impact): რამხელა ეფექტი ექნება ბაზარზე?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განხორციელებადობა (Feasibility): რამდენად ადვილია MVP-ის აწყობა?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დანახარჯი (Cost): რა რესურსებს მოითხოვს? (10 = ძალიან იაფი);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 (Time): რა დრო დასჭირდება გაშვებას? (10 = უსწრაფესი).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Evaluation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იდეები: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[იდეების სია] შემდეგი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კრიტერიუმებით (1-10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ბალით): Impact,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Feasibility, Cost, Time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Market Fit.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წარმოადგინე შედეგები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Markdown ცხრილის სახით.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დააჯგუფე ისინი 4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კატეგორიად: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სწრაფი გამარჯვებები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(Quick Wins -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Impact,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სტრატეგიული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ინიციატივები (დიდი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შემავსებლები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დროის მჭამელები (დაბალი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გავლენა, მაღალი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ძალისხმევა).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⚡ სწრაფი პროტოტიპირების იდეაცია (Rapid Prototyping)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სწრაფი პროტოტიპის გეგმის ელემენტები: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ძირითადი ფუნქციონალი: მხოლოდ აუცილებელი Core ფუნქციები;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ტექნოლოგიური სტეკი: No-Code/Low-Code ხელსაწყოების შერჩევა (Lovable, Supabase, Make);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2-კვირიანი სპრინტი: დროში გაწერილი ნაბიჯ-ნაბიჯ გეგმა;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წარმატების მეტრიკა: როგორ მივხვდებით, რომ ტესტმა წარმატებით ჩაიარა?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Rapid MVP Prototyping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2-კვირაში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ასაშენებელი MVP-ის გეგმა: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ფუნქციების სია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(აუცილებელი Core vs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სასურველი);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ტექნოლოგიური სტეკი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(Lovable, Supabase,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Make-ის გამოყენებით);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2-კვირიანი ნაბიჯ-ნაბიჯ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სპრინტის გეგმა;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ტესტირების სტრატეგია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წარმატების კონკრეტული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მეტრიკები.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✨ იდეის დახვეწა და სრულყოფა (Refinement)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იდეის ფილტრაცია 5 მიმართულებით: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კრიტიკა (Critique): რა სუსტი მხარეები აქვს იდეას? რა შეიძლება ჩაიშალოს?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გაძლიერება (Enhance): როგორ გავზარდოთ მისი ძირითადი სარგებელი?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გამორჩევა (Differentiate): რით განსხვავდება არსებული გადაწყვეტებისგან?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გამარტივება (Simplify): როგორ მოვაშოროთ ზედმეტი სირთულეები?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მასშტაბირება (Scale): როგორ გაიზრდება ბიზნესი მომავალში?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 Refinement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საწყისი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დამეხმარე მის დახვეწაში.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გააკეთე ანალიზი 5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მიმართულებით: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კრიტიკა (რა არის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წერტილი?);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გაძლიერება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გავხადო უკეთესი?);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გამორჩევა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შევუქმნა უნიკალურობა?);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გამარტივება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მივიღო მარტივი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ვერსია?);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5. მასშტაბირება (როგორ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გაიზრდება მომავალში?).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 შემომთავაზე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საბოლოო, დახვეწილი ვერსია.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ChatGPT Canvas — ინტერაქტიული ბრეინშტორმინგი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რა შეუძლია Canvas-ს ბრეინშტორმინგში: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962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ინლაინ რედაქტირება: შეცვალეთ ტექსტი უშუალოდ სამუშაო დაფაზე;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კონკრეტული უკუკავშირი: მონიშნეთ აბზაცი და სთხოვეთ ალტერნატივები;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ვერსიების კონტროლი: დააბრუნეთ წინა წარმატებული იდეები;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✨ სწრაფი ქმედებები: ერთი კლიკით შეცვალეთ ტონის ფორმატები.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როგორ გამოვიყენოთ პრაქტიკაში: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იდეების გენერაცია ჩვეულებრივ ჩატში;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„გახსენი ეს ტექსტი Canvas-ში“ ან გამოიყენეთ ბრძანება „use canvas“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მონიშნეთ სუსტი იდეები და სთხოვეთ მათი გაუმჯობესება;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გააკეთეთ ექსპორტი ან გაუზიარეთ გუნდის წევრებს ბმულით.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🎨 ბრენდინგის იდეები &amp; შეჯამება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🏷️ სახელების 3 ძირითადი კატეგორია: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აღწერითი: რაც პირდაპირ გამოხატავს საქმიანობას (მაგ: HomeChef, LocalKitchen);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აბსტრაქტული / გამოგონილი: ჟღერადი, ახალი სიტყვები (მაგ: Foodly, Tastora);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ქართული ინსპირაცია / ავთენტური: ლათინურად ნაწარმოები ქართული სიტყვებიდან (მაგ: Supra [სუფრა], Kera [კერა]).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Brand Naming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 15 სახელი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ინდუსტრია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სამიზნე [ICP],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ბრენდის პერსონა [ხასიათი,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მეგობრული].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სახელები დაყავი 3 ჯგუფად: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1) აღწერითი, 2)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აბსტრაქტული, 3)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ლოკალური/ავთენტური.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თითოეულს დაურთე სლოგანი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(Tagline)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1-წინადადებიანი ბრენდის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ისტორია.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🎬 LIVE DEMO პრომპტი: ბრენდინგის გენერაცია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196596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19659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საცდელი პრომპტი ChatGPT/Claude-ისთვის: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7955279" cy="1371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დააგენერირე 18 სახელი ახალი პროდუქტისთვის: 1. ინდუსტრია: Food Delivery / სწრაფი კვება საქართველოში. 2. პროდუქტი: მობილური აპლიკაცია, რომელიც ადგილობრივ მზარეულებს მომხმარებლებთან აკავშირებს - სახლში მომზადებული საკვების მიტანის სისტემა. 3. სამიზნე აუდიტორია: 25-45 წლის ურბანული პროფესიონალები, რომლებიც ეძებენ ჯანსაღ, ხარისხიან საკვებს (არა Fast Food). 4. ბრენდის პერსონა: თბილი, ოჯახური, ავთენტური, მაგრამ თანამედროვე. 5. ქართული ხაზგასმა: სახელი უნდა იყოს საერთაშორისო (ლათინური), მაგრამ ასახავდეს ქართულ კულტურას. სახელები დაყავი 3 კატეგორიად (თითოში 6): 1. აღწერითი (მაგ: HomeChef, LocalKitchen); 2. აბსტრაქტული (მაგ: Foodly, Tastora); 3. ქართული ინსპირაცია (მაგ: Supra [სუფრა], Kera [კერა]). თითოეულისთვის მომეცი: სახელი, .ge/.com დომენის ლოგიკა, tagline (ქართულად და ინგლისურად), ბრენდის ისტორია (1 წინადადება).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🔀 ინდუსტრიებს შორის ინოვაცია (Cross-Industry Innovation)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გადაკვეთის პრინციპი (მაგალითები):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81635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🚗 Uber-ის მოდელი: On-Demand სერვისის გადმოტანა სამედიცინო მომსახურებაზე;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📺 Netflix-ის მოდელი: ყოველთვიური გამოწერის (Subscription) გამოყენება სარეცხ საშუალებებზე;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🕹️ გეიმიფიკაცია: თამაშის მექანიზმების (ქულები, ლიდერბორდი) მორგება ფინანსების დაზოგვაზე.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Cross-Industry Innovation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27797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2688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2651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წამყვანი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ინოვაციები და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მოდელები [ინდუსტრია A]-ში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სათამაშო ინდუსტრია).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 გზა, 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შეიძლება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მექანიზმების/პრინციპების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გადატანა და გამოყენება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[ინდუსტრია B]-ში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EdTech საგანმანათლებლო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ტექნოლოგიები საქართველოში)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ახალი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შესაქმნელად.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🔮 ტენდენციების შემჩნევა და მომავლის პროგნოზირება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61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AI-ს გამოყენება პროგნოზირებისთვის: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ტენდენციების ანალიზი: მიმდინარე და აღმოცენებადი ტენდენციების შედარება;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სცენარების დაგეგმვა: ოპტიმისტური, პესიმისტური და ყველაზე მოსალოდნელი მომავლის მოდელირება;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ახალი ნიშები: ბაზარზე გამოჩენილი ვაკუუმების იდენტიფიკაცია.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05172" y="126187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60036" y="126187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14900" y="131673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69764" y="1344168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Trend Spotting &amp;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Forecasting Prompt: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5172" y="1627632"/>
            <a:ext cx="3771900" cy="31501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60036" y="1673352"/>
            <a:ext cx="3662172" cy="30586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4900" y="1691640"/>
            <a:ext cx="3552444" cy="30220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მიმდინარე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[თქვენი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ინდუსტრია]-ში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დააგენერირე: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მიმდინარე ტენდენციები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აღმოცენებადი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ტენდენციები / სუსტი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სიგნალები (5 ტენდენცია);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სამომავლო 3-წლიანი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სცენარები: ოპტიმისტური,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პესიმისტური და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სცენარი;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5 კონკრეტული ბიზნეს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შესაძლებლობა, რომელიც ამ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ტენდენციებს ეფუძნება.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55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"ექსპერტთა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56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ექსპერტთა ვირტუალურ საბჭოში (Council of Experts):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ქვემოთ მოცემული პრომპტი Claude 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დააკვირდით ექსპერტების (ბიზნესი, UX, CTO) დებატებს და წაიკითხეთ შემაჯამებელი კონსენსუსი.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წამყვანი სტარტაპ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მინდა ჩაატარო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 ექსპერტთა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(Council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Experts) განხილვა.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ვირტუალური ექსპერტის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პერსონა: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**ინვესტორი/Founder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(ბიზნეს მოდელი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მოზიდვა)**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**პროდუქტის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დიზაინერი/UX (მომხმარებლის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გამოცდილება და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სირთულე)**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**CTO/დეველოპერი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(ტექნიკური შესრულებადობა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არქიტექტურა)**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გაატარე დებატები ამ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ექსპერტს შორის: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თითოეულმა ექსპერტმა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დაწეროს 2-2 კრიტიკული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არგუმენტი ჩემი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შესახებ თავისი სფეროდან.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ექსპერტებმა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ეკამათონ ერთმანეთს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შესთავაზონ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ბოლოს, მოგვიზადე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შემაჯამებელი დასკვნა: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იდეის საუკეთესო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ვერსია, რომელზეც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ექსპერტი თანხმდება.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57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სადესანტო გვერდის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სადესანტო გვერდი).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58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59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60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61 / 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