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 / მისალმება და დღის წესრიგი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AgriTech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FinTech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/ HealthTech პროექტები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 / პრეზენტაციის წესები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 / ლიფტის პრეზენტაციის ფორმულა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 / ლიფტის პრეზენტაცია: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 / დღე 1: მიზნები და შედეგები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 / მითი 1: ინოვაცია მოითხოვს უნიკალურობას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 / მითი 2: MVP მოითხოვს დეველოპერებს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 / მითი 3: მაღალი ბიუჯეტი აუცილებელია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 / AI სტრატეგია: 10x ექსპერიმენტების სიჩქარე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 / AI სტრატეგია: ხარჯების მინიმიზაცია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 / AI ინსტრუმენტების უსაფრთხოების რეიტინგი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 / AI ინსტრუმენტები: გაჟონვისგან დაცვა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 / დივერგენტული აზროვნება: იდეების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 / კონვერგენტული აზროვნება: იდეების შერჩევა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 / 5 რატომ: ფესვური მიზეზების ანალიზი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 / What If: ლურჯი ოკეანის პრომპტები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 / JTBD მეთოდოლოგია: Milkshake-ის ქეისი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 / JTBD ფორმულა და მაგალითები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ChatGPT/Claude-ისთვის: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 /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 / The Mom Test: კარგი და ცუდი კითხვები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 / ღირებულების რუკის შესაბამისობა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 / Lean Canvas-ის პირველი 3 ბლოკი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 / Lean Canvas-ის 4-6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 / Lean Canvas-ის 7-9 ბლოკები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 / Smoke ტესტირება და UVP-ის შემოწმება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 / საშინაო დავალება: ნაწილი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 / დღე 1: შეჯამება და საკონტროლო სია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