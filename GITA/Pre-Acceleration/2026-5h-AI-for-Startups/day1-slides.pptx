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3600" b="1" i="0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AI ინსტრუმენტები სტარტაპერებისთვის: იდეიდან პროტოტიპამდე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7863840" cy="5486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  <a:ea typeface="Sylfaen"/>
                <a:cs typeface="Sylfaen"/>
                <a:latin typeface="Sylfaen"/>
              </a:rPr>
              <a:t>2-დღიანი პრაქტიკული კურსი · 10 საათი · 20+ AI ხელსაწყო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786384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📅 Day 1: AI Foundation &amp; Validation (5 საათი / 300 წუთი)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57015"/>
            <a:ext cx="78638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ფოკუსი: იდეების გენერირება, ფილტრაცია, ვალიდაცია, Lean Canvas და მომხმარებლის ინტერვიუს დიზაინი.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40580"/>
            <a:ext cx="786384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 · გიორგი ბასილაია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Welcome &amp; Agenda / მისალმება და დღის წესრიგი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დღის განრიგი და მუშაობის ფორმატი: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📅 Day 1 განრიგი: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0:00 - 0:20: Welcome + Projects Showcase (20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0:20 - 1:00: Block I: AI Strategy &amp; Safety (40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1:00 - 1:05: ☕ შესვენება (5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1:05 - 1:45: Block II: AI Tools Overview (40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1:45 - 2:15: 🥪 მთავარი შესვენება (30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2:15 - 3:15: Block III: Brainstorming &amp; SCAMPER (60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3:15 - 3:20: ☕ შესვენება (5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3:20 - 4:25: Block IV: Lean Canvas &amp; ვალიდაცია (65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4:25 - 4:30: ☕ შესვენება (5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4:30 - 5:00: Block V: Wrap-up + Homework (30 წთ)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მუშაობის წესი: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ეს არის 100% პრაქტიკული ვორქშოფი. არანაირი პასიური მოსმენა - ყოველი თეორიის შემდეგ AI-სთან ერთად ვაკეთებთ რეალურ დავალებას.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Welcome Showcase / AgriTech პროექტები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წარვადგინოთ აგროტექნოლოგიური სტარტაპ იდეა 30 წამში: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02082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2020824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🌾 სადემონსტრაციო ქეისი: ჭკვიანი ირიგაციის სისტემა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პრობლემა: კლიმატის ცვლილების გამო ფერმერები კარგავენ მოსავალს და ხარჯავენ ზედმეტ წყალს.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90088"/>
            <a:ext cx="7955279" cy="694943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გადაწყვეტა: ნიადაგის ტენიანობის AI სენსორები, რომლებიც ავტომატურად არეგულირებენ მორწყვას.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31335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" y="3831335"/>
            <a:ext cx="81747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67911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AgriTech Welcome Pitch Prompt: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105655"/>
            <a:ext cx="80101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133087"/>
            <a:ext cx="79004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შენ ხარ სტარტაპ მენტორი და კოპირაიტერი.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ვარ ფერმერი/აგრონომი. ჩემი იდეაა "ჭკვიანი ირიგაციის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სისტემა" (ნიადაგის AI სენსორები, რომლებიც ზოგავს წყალს და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იცავს მოსავალს გვალვისგან).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დამიწერე 30-წამიანი Elevator Pitch ქართულად: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სტრუქტურა: Hook (პრობლემა) -&gt; Solution (გადაწყვეტა) -&gt;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Value/Ask (ეკონომიკური სარგებელი, წყლის 40%-იანი დაზოგვა).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შეზღუდვა: მაქსიმუმ 70-80 სიტყვა (რათა 30 წამში ჩაეტიოს).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ტონი: საქმიანი, ინოვაციური და დამაჯერებელი.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Welcome Showcase / FinTech პროექტები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წარვადგინოთ ფინტექ სტარტაპ იდეა 30 წამში: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178308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178308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💳 სადემონსტრაციო ქეისი: AI ბუღალტერია მცირე ბიზნესისთვის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პრობლემა: ინდ. მეწარმეები ხარჯავენ საათებს საგადასახადო დეკლარაციების შევსებაზე.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52344"/>
            <a:ext cx="7955279" cy="6949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გადაწყვეტა: AI აპლიკაცია, რომელიც ბანკის ამონაწერებიდან ავტომატურად აგენერირებს დეკლარაციებს.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93591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" y="3593591"/>
            <a:ext cx="81747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630168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FinTech Welcome Pitch Prompt: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867911"/>
            <a:ext cx="80101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895344"/>
            <a:ext cx="79004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შენ ხარ სტარტაპ მენტორი და კოპირაიტერი.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ვარ ფინანსისტი. ჩემი იდეაა "AI ბუღალტერია მცირე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ბიზნესისთვის" (აპლიკაცია, რომელიც საბანკო ამონაწერებიდან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ავტომატურად აგენერირებს დეკლარაციებს ინდ. მეწარმეებისთვის).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დამიწერე 30-წამიანი Elevator Pitch ქართულად: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სტრუქტურა: Hook (დროის კარგვა საგადასახადოზე) -&gt; Solution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(AI ავტომატიზაცია) -&gt; Value/Ask (დროის 90%-იანი დაზოგვა და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ჯარიმების 0% რისკი).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შეზღუდვა: მაქსიმუმ 70-80 სიტყვა (რათა 30 წამში ჩაეტიოს).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ტონი: პროფესიონალური, მარტივი და დამაჯერებელი.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Welcome Showcase / HealthTech პროექტები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წარვადგინოთ ჯანდაცვის სტარტაპ იდეა 30 წამში: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02082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2020824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🏥 სადემონსტრაციო ქეისი: აფთიაქი-დელივერი ხანდაზმულებისთვის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პრობლემა: ქრონიკული დაავადებების მქონე ხანდაზმულებს უჭირთ წამლების რიგებში დგომა.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90088"/>
            <a:ext cx="7955279" cy="694943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გადაწყვეტა: პერსონალური რეცეპტების ავტომატური გამოწერა და წამლების სახლში მიტანა 1 საათში.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31335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" y="3831335"/>
            <a:ext cx="81747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67911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HealthTech Welcome Pitch Prompt: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105655"/>
            <a:ext cx="80101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133087"/>
            <a:ext cx="79004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შენ ხარ სტარტაპ მენტორი და კოპირაიტერი.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ვარ ჯანდაცვის სპეციალისტი. ჩემი იდეაა "აფთიაქი-დელივერი"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(წამლების მიწოდება სპეციალური ტემპერატურული რეჟიმის დაცვით,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განსაკუთრებით ქრონიკული პაციენტებისთვის).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დამიწერე 30-წამიანი Elevator Pitch ქართულად: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სტრუქტურა: Hook (წამლების რიგები ხანდაზმულებისთვის) -&gt;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Solution (რეცეპტების ავტო-გამოწერა + მიწოდება 1 საათში) -&gt;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Value/Ask (სოციალური პასუხისმგებლობა და ოპერატიულობა).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შეზღუდვა: მაქსიმუმ 70-80 სიტყვა (რათა 30 წამში ჩაეტიოს).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ტონი: ემპათიური, პროფესიონალური და დამაჯერებელი.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დავალება #0: Welcome &amp; Projects Showcase (15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6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მოამზადეთ თქვენი იდეის პრეზენტაცია (30-30-30 ფორმატი):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19933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30 წამი: ვინ ხართ და რა არის თქვენი სფერო;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30 წამი: რა არის იდეა, პროდუქტი და სამიზნე მომხმარებელი;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30 წამი: ტრენერის კითხვები და პასუხი.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270248"/>
            <a:ext cx="54864" cy="50749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4270248"/>
            <a:ext cx="3717036" cy="50749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3" y="4343400"/>
            <a:ext cx="3497580" cy="361187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✅ Checklist: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AI პრომპტი მოსამზადებლად: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ვამზადებ Welcome +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Projects Showcase-ს. ჩემი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იდეაა: [ჩაწერე იდეა].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შემომთავაზე 30-30-30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template: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- 30 წამი (სახელი): "მე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ვარ [სახელი], ვმუშაობ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[სფერო] სფეროში."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- 30 წამი (იდეა): "ჩემი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იდეაა [პროდუქტი/პრობლემა],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სამიზნე მომხმარებელი [X]."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- 30 წამი (Q&amp;A): 3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მოსალოდნელი ტრენერის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კითხვა და ჩემი მოკლე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პასუხი.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დამიწერე ბუნებრივი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დამახსოვრებადი ვარიანტი.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30-30-30 Pitch Rules / პრეზენტაციის წესები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7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მონაწილეთა პრეზენტაციის მკაცრი სტრუქტურა: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⏱️ დროის გადანაწილება: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პირველი 30 წამი: ვინ ხართ თქვენ და რა არის თქვენი კომპეტენცია?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მეორე 30 წამი: რა არის იდეა, ვისთვის არის და რა პრობლემას ჭრის?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ბოლო 30 წამი: ტრენერის 1-2 კითხვა და თქვენი მკაფიო პასუხი.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⚠️ 3 კრიტიკული შეცდომა: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19933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დროის გადაცილება (ტაიმერი გაგაჩერებთ);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პროდუქტის ფუნქციების დეტალური ჩამოთვლა ბიზნეს-მოდელის ნაცვლად;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ბუნდოვანი სამიზნე აუდიტორია.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Elevator Pitch Formula / ლიფტის პრეზენტაციის ფორმულა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8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ჩამოვაყალიბოთ სტარტაპის არსი 1 წინადადებაში?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94436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2944368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[პროდუქტი]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49424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[სამიზნე მომხმარებელს]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88336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27248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[საჭიროება/ტკივილი]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5661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005072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[გადაწყვეტის ძირითადი მოქმედება]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443984"/>
            <a:ext cx="7955279" cy="1645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"ჩემი ეხმარება , რომელსაც სჭირდება , რადგან ჩვენ 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8229600" cy="9601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რჩევა: სცადეთ თქვენი ფორმულის ხმამაღლა წარმოთქმა 15 წამში. თუ ვერ ასწრებთ, ფორმულა ძალიან რთულია.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Elevator Pitch Sector Examples / ლიფტის პრეზენტაცია: მაგალითები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9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Elevator Pitch-ის მაგალითები სხვადასხვა სექტორისთვის: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🌾 AgriTech: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18541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„ჩვენი AI ირიგატორი ეხმარება ფერმერებს , რომელთაც სურთ წყლის ხარჯების შემცირება , რადგან სენსორულ მონაცემებზე დაყრდნობით ავტომატურად რწყავს მიწას .“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737360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💳 FinTech: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18541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„ჩვენი AI ბუღალტერია ეხმარება მცირე მეწარმეებს , რომელთაც ეშინიათ საგადასახადო ჯარიმების , რადგან დეკლარაციებს 1 წამში აგენერირებს .“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19272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319272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374136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🏥 HealthTech: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767328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„ჩვენი აპლიკაცია ეხმარება ხანდაზმულ პაციენტებს , რომელთაც წამლების მიღება ავიწყდებათ , რადგან ავტომატურად უგზავნის შეხსენებას და აწვდის წამლებს სახლში .“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⚡ Cold Open: Live "Brutal VC Roast"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10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ამოწმებს AI იდეის სიცოცხლისუნარიანობას 20 წამში: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🔥 Live დემოს 3 ეტაპი: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1. მოხალისის იდეა: 1 მონაწილე 30 წამში ამბობს თავის იდეას;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2. დაუნდობელი კრიტიკა (Roast): AI პოულობს 3 მიზეზს, რატომ ჩავარდება სტარტაპი;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3. Pivot &amp; Growth: AI-ს გადაჰყავს იდეა მილიონიან მასშტაბირებად ბიზნეს მოდელში.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The Brutal VC Roast Prompt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(Claude / ChatGPT):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იმოქმედე როგორც Silicon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Valley-ის ყველაზე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ცინიკოსი, მომთხოვნი VC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ინვესტორი.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სტარტაპ იდეაა: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[იდეა].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დაუნდობლად გაანადგურე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ეს იდეა 3 პუნქტად — რატომ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ჩავარდება ის 6 თვეში, რა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ბაზრის რისკებს არ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ვითვალისწინებ და რატომ არ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მოგცემდი $1-საც კი.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ახლა გადადი მსოფლიო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დონის სტარტაპ მენტორის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როლში: რა კონკრეტული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პივოტი (Pivot) უნდა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გავაკეთო, რომ ეს იდეა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რეალურად მასშტაბირებად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მაღალშემოსავლიან ბიზნესად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იქცეს?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AI ლანდშაფტი 2026: Frontier, Reasoning &amp; Agentic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11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ხელოვნური ინტელექტის ძირითადი კატეგორიები და მიმართულებები 2026 წლის შემოდგომისთვის: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45720" cy="136931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975104"/>
            <a:ext cx="4000500" cy="136931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029968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Frontier &amp; Multimodal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423160"/>
            <a:ext cx="3845052" cy="86639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Claude, ChatGPT, Gemini. ულტრა-სწრაფი მულტიმოდალური მოდელები (ტექსტი, ხმა, ვიზუალი) 2M+ კონტექსტური ფანჯრით. გამოიყენება კოპირაითინგისთვის, ანალიზისა და API ინტეგრაციებისთვის.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975104"/>
            <a:ext cx="45720" cy="136931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975104"/>
            <a:ext cx="4000500" cy="136931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2029968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🧠 Hybrid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423160"/>
            <a:ext cx="3845052" cy="86639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Claude (Extended Thinking), ChatGPT (Reasoning), DeepSeek. ეტაპობრივი ლოგიკური აზროვნების მოდელები. შეუდარებელია რთული მათემატიკისთვის, კოდის არქიტექტურისა და სტრატეგიული გადაწყვეტილებებისთვის.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81578"/>
            <a:ext cx="45720" cy="136931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481578"/>
            <a:ext cx="4000500" cy="136931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536442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🔬 Deep Research &amp; Vibe 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929634"/>
            <a:ext cx="3845052" cy="86639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Perplexity, Gemini &amp; ChatGPT Deep Research. ავტონომიური კვლევის აგენტები. აპლიკაციების შექმნა: Lovable.dev &amp; Bolt.new (Vibe Coding ეპოქა — იდეიდან production React/Supabase MVP-მდე).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LLM-ების რეიტინგი: lmarena.ai &amp; ELO Rating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12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განვსაზღვროთ რომელი მოდელია რეალურად საუკეთესო თქვენი ბიზნესისთვის (2026 წლის შემოდგომის მონაცემები)?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54864" cy="287578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975104"/>
            <a:ext cx="3991356" cy="2875788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📊 lmarena.ai (Chatbot Arena):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41448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დამოუკიდებელი პლატფორმა, სადაც მიმდინარეობს მოდელების „ბრმა“ შედარება ადამიანის მიერ (A/B testing). რეიტინგი ითვლება ჭადრაკის ELO სისტემით.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975104"/>
            <a:ext cx="54864" cy="287578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975104"/>
            <a:ext cx="3991356" cy="28757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🏆 2026 წლის Top Rankings: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441448"/>
            <a:ext cx="3771900" cy="23362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Claude (Thinking): ~1410 ELO (N1 კოდირებასა და Hard Prompts-ში)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ChatGPT (Reasoning): ~1405 ELO (N1 STEM-სა და ალგორითმულ ლოგიკაში)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Gemini: ~1375 ELO (N1 მულტიმოდალურ გაგებასა და ვებ-ინტეგრაციაში)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DeepSeek: ~1365 ELO (საუკეთესო ღია Reasoning მოდელი, რეკორდული ფასი/ხარისხი)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ChatGPT: ~1345 ELO (საუკეთესო მაღალსიჩქარიან მულტიმოდალურ ამოცანებში)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ვიზუალური AI-ის რეიტინგი: designarena.ai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13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საუკეთესო ხელსაწყოების რეიტინგი გრაფიკისა და ბრენდინგის შესაქმნელად (2026 წლის შემოდგომა):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45720" cy="136931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975104"/>
            <a:ext cx="4000500" cy="136931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029968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🎨 Ideogram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423160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რეიტინგი: #1 ლოგოებისთვის. საუკეთესოდ აინტეგრირებს წაკითხვად ტექსტს გამოსახულებაში, იდეალურია სტარტაპის ლოგოს, ტიპოგრაფიისა და სლოგანისთვის.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975104"/>
            <a:ext cx="45720" cy="136931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975104"/>
            <a:ext cx="4000500" cy="136931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2029968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📷 Flux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423160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რეიტინგი: #1 ფოტო-რეალიზმში. საუკეთესოდ გადმოსცემს ადამიანის ანატომიას, ავთენტურ განათებასა და ტექსტურებს AI-სიპრიალის გარეშე (Hero Images).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81578"/>
            <a:ext cx="45720" cy="136931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481578"/>
            <a:ext cx="4000500" cy="136931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536442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🖌️ Midjourney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929634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რეიტინგი: #1 ილუსტრაციებში. საუკეთესოა კრეატიული კონცეფტ-არტის, 3D რენდერებისა და კინემატოგრაფიული მხატვრული სურათებისთვის.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C.R.E.A.T.E. პრომპტინგის ჩარჩო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14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უნივერსალური 6-ელემენტიანი მეთოდოლოგია პროფესიონალური პრომპტების დასაწერად: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🌾 C.R.E.A.T.E. პრომპტის ნიმუში (AgroOrder):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5172" y="2203704"/>
            <a:ext cx="37719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[Context]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5172" y="2642616"/>
            <a:ext cx="37719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3081528"/>
            <a:ext cx="37719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[Request]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5172" y="3520440"/>
            <a:ext cx="37719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5172" y="3959352"/>
            <a:ext cx="37719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[Explanation]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5172" y="4398264"/>
            <a:ext cx="377190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დავალება #1: AI Customer Simulator (15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15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ჩაატარეთ 10-წუთიანი სიმულაციური ინტერვიუ თქვენს სამიზნე მომხმარებელთან: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გახსენით Claude ან ChatGPT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ჩააკოპირეთ გვერდითა პრომპტი თქვენი სფეროსა და იდეის მითითებით;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დაუსვით 3 კითხვა: 1) როგორ აგვარებთ ამ პრობლემას დღეს? 2) რა გაღიზიანებთ ყველაზე მეტად? 3) გადაიხდიდით თუ არა ჩემს შეთავაზებაში?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ჩაინიშნეთ 3 მთავარი ინსაითი 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AI Customer Persona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Prompt: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შენ ხარ ჩემი ყველაზე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პრეტენზიული, დაკავებული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სკეპტიკური სამიზნე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მომხმარებელი ([ჩაწერე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სფერო / მაგ: მცირე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რესტორნის მფლობელი]).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ვარ სტარტაპერი და ჩემი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იდეაა: [ჩაწერე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1-წინადადებიანი იდეა].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ჩაგიტარებ მომხმარებლის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ინტერვიუს (CustDev).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წესები: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იყავი მაქსიმალურად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რეალისტური, პირდაპირი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კრიტიკული.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ნუ დამეთანხმები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მარტივად. თუ რამე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ბუნდოვანია, მითხარი, რომ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დროს გაკარგვინებ.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მიპასუხე მოკლედ (2-3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წინადადებით), როგორც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დაკავებული ადამიანი.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მზად ხარ? დამიდასტურე 1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მოკლე წინადადებით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დავიწყოთ!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🎬 LIVE DEMO პრომპტი: C.R.E.A.T.E. პრაქტიკაში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16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196596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8174736" cy="1965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საცდელი პრომპტი ChatGPT/Claude/Gemini-სთვის: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7955279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შენ ხარ გამოცდილი B2B სტარტაპ კონსულტანტი და ფინანსური მოდელირების ექსპერტი. ჩემი სტარტაპია: "AgroOrder" - პლატფორმა, რომელიც ადგილობრივ ფერმერებს რესტორნებთან პირდაპირ აკავშირებს და ლოჯისტიკას თავად მართავს. ჩემი სამიზნე მომხმარებელი (ICP) არის: მცირე და საშუალო ზომის რესტორნები (რომლებსაც სურთ ახალი, ჯანსაღი პროდუქტების სწრაფი მიღება) და რეგიონული ფერმერები. შემიმუშავე 3 განსხვავებული ფასწარმოების მოდელი (Pricing Model) ჩემი პლატფორმისთვის. შეადარე ერთმანეთს შემდეგი ვარიანტები: 1. საკომისიოზე დაფუძნებული (Transaction-based Fee - მაგალითად, 12% ყოველ ტრანზაქციაზე). 2. ყოველთვიური გამომწერის მოდელი (SaaS - სხვადასხვა ტარიფები რესტორნების ზომის მიხედვით). 3. ჰიბრიდული მოდელი (მცირე ფიქსირებული ყოველთვიური გადასახადი + შემცირებული საკომისიო). პასუხი წარმოადგინე სუფთა HTML/Markdown ცხრილის სახით, სადაც თითოეული მოდელისთვის ნაჩვენები იქნება: - მოდელის დასახელება და მოკლე აღწერა. - სავარაუდო ფასი/პროცენტი (ლოკალური ქართული ბაზრის გათვალისწინებით). - 2 ძირითადი უპირატესობა სტარტაპისთვის და 2 უპირატესობა რესტორნისთვის. - 1 კრიტიკული რისკი და მისი შემცირების (Mitigation) გზა. ტონი შეინარჩუნე მკაცრად საქმიანი, ბიზნეს-ანალიტიკური. არ გამოიყენო ზედმეტი შესავალი სიტყვები, დაიწყე პირდაპირ ცხრილით.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Day 1: Goals &amp; Deliverables / დღე 1: მიზნები და შედეგები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17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დღეს ჩვენ შევქმნით შემდეგ ხელშესახებ შედეგებს (Deliverables):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8229600" cy="169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ბლოკი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აქტივობა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შედეგი (Output)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</a:tr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Block III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Brainstorming &amp; SCAMPER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10+ იდეის მუტაცია და ფილტრაცია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Block IV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Lean Canvas &amp; VPC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შევსებული Lean Canvas + JTBD Personas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Block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Interview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5-7 ღია კითხვა მომხმარებელთან საუბრისთვის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502152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მიზანი: დღის ბოლოს გქონდეთ მზა ბიზნეს მოდელი და ვალიდაციის გეგმა, რათა ხვალ დაიწყოთ MVP-ს აწყობა.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Myth 1: Innovation requires uniqueness / მითი 1: ინოვაცია მოითხოვს უნიკალურობას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18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288950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8174736" cy="28895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261872"/>
            <a:ext cx="54864" cy="106984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261872"/>
            <a:ext cx="7900415" cy="10698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3" y="1335024"/>
            <a:ext cx="768095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❌ მითი #1: იდეა აუცილებლად სრულიად ახალი და უნიკალური უნდა იყოს ბაზარზე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3" y="1728216"/>
            <a:ext cx="7680959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სტარტაპერები ხშირად უარს ამბობენ იდეაზე, თუ მსგავსი პროდუქტი უკვე არსებობს.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404872"/>
            <a:ext cx="54864" cy="154533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2404872"/>
            <a:ext cx="7900415" cy="154533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3" y="2478024"/>
            <a:ext cx="768095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🟢 რეალობა: შესრულება (Execution) უფრო მნიშვნელოვანია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3" y="2871216"/>
            <a:ext cx="7680959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წარმატებული სტარტაპების უმრავლესობა არსებულ ბაზარზე მცირე მუტაციით (SCAMPER) და უკეთესი სერვისით იმარჯვებს. მაგალითად: Google არ ყოფილა პირველი საძიებო სისტემა, ხოლო Facebook - პირველი სოციალური ქსელი.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Myth 2: MVP requires developers / მითი 2: MVP მოითხოვს დეველოპერებს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19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2651759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8174736" cy="265175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261872"/>
            <a:ext cx="54864" cy="106984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261872"/>
            <a:ext cx="7900415" cy="10698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3" y="1335024"/>
            <a:ext cx="768095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❌ მითი #2: MVP-ს (პირველი პროდუქტის) შესაქმნელად მჭირდება დეველოპერთა გუნდი და 3 თვე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3" y="1728216"/>
            <a:ext cx="7680959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დამფუძნებლები ხარჯავენ თვეებს დეველოპერების ძებნაში იდეის ვალიდაციამდე.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404872"/>
            <a:ext cx="54864" cy="130759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2404872"/>
            <a:ext cx="7900415" cy="130759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3" y="2478024"/>
            <a:ext cx="768095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🟢 რეალობა: No-Code/AI იძლევა სწრაფ ალტერნატივას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3" y="2871216"/>
            <a:ext cx="7680959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Lovable.dev-ითა და Supabase-ით სტარტაპერს შეუძლია თავად ააწყოს მუშა Landing Page მონაცემთა ბაზით სულ რაღაც 45 წუთში, კოდის წერის გარეშე.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Myth 3: High budget is essential / მითი 3: მაღალი ბიუჯეტი აუცილებელია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20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288950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8174736" cy="28895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261872"/>
            <a:ext cx="54864" cy="106984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261872"/>
            <a:ext cx="7900415" cy="10698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3" y="1335024"/>
            <a:ext cx="768095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❌ მითი #3: სტარტაპის დასაწყებად საჭიროა დიდი საწყისი კაპიტალი და ინვესტიცია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3" y="1728216"/>
            <a:ext cx="7680959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დამფუძნებლები ელოდებიან გრანტს ან ინვესტორს იდეის შესამოწმებლად.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404872"/>
            <a:ext cx="54864" cy="154533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2404872"/>
            <a:ext cx="7900415" cy="154533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3" y="2478024"/>
            <a:ext cx="768095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🟢 რეალობა: $0-იანი ვალიდაციის ეპოქა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3" y="2871216"/>
            <a:ext cx="7680959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AI ხელსაწყოების (Claude, Gemini, Perplexity, Gamma, Ideogram) უფასო ვერსიებით შეგიძლიათ სრულიად უფასოდ ჩაატაროთ კვლევა, შექმნათ ვიზუალური ბრენდი და მოიზიდოთ პირველი მომხმარებლები.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AI Strategy: 10x Experimentation Speed / AI სტრატეგია: 10x ექსპერიმენტების სიჩქარე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21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აჩქარებს AI ექსპერიმენტების სიჩქარეს?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008375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008375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ტრადიციული პროცესი (1 თვე):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18653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ბაზრის კვლევა სააგენტოს მიერ;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დიზაინერის მიერ ლოგოს შექმნა;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კოპირაითერის მიერ ტექსტების წერა;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დეველოპერის მიერ კოდის წერა.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008375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008375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AI-Driven პროცესი (1 დღე):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21396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კვლევა Perplexity-ით (10 წუთი);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ლოგო Ideogram-ით (5 წუთი);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კოპირაითინგი Claude-ით/Gemini-ით (10 წუთი);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MVP Lovable-ით (45 წუთი).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AI Strategy: Cost Minimization / AI სტრატეგია: ხარჯების მინიმიზაცია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22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სტარტაპის დაწყების ხარჯების ოპტიმიზაცია AI-ის მეშვეობით: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🎨 Visuals ($0 vs $500)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185416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Ideogram-ითა და Flux-ით იქმნება პროფესიონალური ლოგო და ილუსტრაციები უფასოდ.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737360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💻 Dev ($0 vs $3000)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185416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Lovable-ის უფასო ვერსიით ეშვება პირველი MVP, Vercel-ის უფასო ჰოსტინგით.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81527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081527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136391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🤖 Ops ($0 vs $400)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529584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Gamma-ს AI გენერაციით 10 წუთში იქმნება ინვესტორული Pitch Deck-ი.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61688"/>
            <a:ext cx="8229600" cy="4892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დასკვნა: თქვენი მთავარი ხარჯი არის დრო და არა ფული. AI გაძლევთ საშუალებას $0-ით მიაღწიოთ პირველ გაყიდვებამდე.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AI Tools: Safety Ratings Matrix / AI ინსტრუმენტების უსაფრთხოების რეიტინგი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23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რომელი AI ინსტრუმენტებია უსაფრთხო თქვენი სტარტაპის მონაცემებისთვის?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8229600" cy="169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ინსტრუმენტი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რეიტინგი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მონაცემთა გამოყენება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რეკომენდაცია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</a:tr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NotebookLM / Lovable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🟢 GO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არ გამოიყენება წვრთნისთვის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უსაფრთხოა ბიზნეს დოკუმენტებისთვის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Claude / Gemini / Perplexity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🟡 CAUTION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შეიძლება გამოიყენოს, თუ არ გათიშავთ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გამოიყენეთ კოპირაითინგისთვის, პირადი მონაცემების გარეშე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</a:tr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ChatGPT Free / Gemini Free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🔴 STOP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ყველა მონაცემს იყენებს წვრთნისთვის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არ ჩაწეროთ საიდუმლო ფორმულები ან კოდი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AI Tools: Data Leakage Protection / AI ინსტრუმენტები: გაჟონვისგან დაცვა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24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დავიცვათ თავი მონაცემთა გაჟონვისგან (Data Leakage)?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8620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286207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⚠️ უსაფრთხოების წესები: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გათიშეთ Training პარამეტრი: ChatGPT-ის, Claude-ისა და Gemini-ს პარამეტრებში გათიშეთ „Improve model for everyone“;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მონაცემთა ფილტრაცია: AI-ში ჩაწერამდე წაშალეთ მომხმარებლის ელფოსტა, ტელეფონის ნომერი და გვარი;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Enterprise ვერსიები: თუ ბიუჯეტი გაქვთ, გამოიყენეთ API ვერსიები, რადგან API-ით გაგზავნილი მონაცემები არასოდეს გამოიყენება მოდელის წვრთნისთვის.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Divergent Thinking: Ideation Flow / დივერგენტული აზროვნება: იდეების გენერაცია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25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გამოვიყენოთ AI იდეების რაოდენობრივი გაფართოებისთვის?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106984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1069848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წესი: რაოდენობა ბადებს ხარისხს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ამ ეტაპზე არ ვფილტრავთ იდეებს. ვავალებთ AI-ს გენერირებას სხვადასხვა კუთხით.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" y="2880360"/>
            <a:ext cx="81747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16936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Divergent Ideation Prompt: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154679"/>
            <a:ext cx="80101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182111"/>
            <a:ext cx="79004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იმოქმედე როგორც კრეატიული სტარტაპ მენტორი.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ბაზისური იდეაა: [იდეა].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შემომთავაზე 20 სრულიად განსხვავებული მიმართულება და ნიშა ამ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იდეისთვის.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გამოიყენე უჩვეულო კავშირები და მოერიდე სტანდარტულ პასუხებს.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Convergent Thinking: Pruning &amp; Selection / კონვერგენტული აზროვნება: იდეების შერჩევა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26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შევამციროთ 20 იდეა 1 ფინალურ პროექტამდე?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🔍 ფილტრაციის კრიტერიუმები: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Traction Potential: რამდენად მარტივია პირველი 10 მომხმარებლის მოზიდვა?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Feasibility: შესაძლებელია თუ არა MVP-ს აწყობა Lovable-ით 1 დღეში?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Market Need: რამდენად მტკივნეულია პრობლემა მომხმარებლისთვის?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პრაქტიკული ნაბიჯი: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AI-ს ვთხოვთ იდეების შეფასებას მატრიცის მიხედვით: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5172" y="2752344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0036" y="2752344"/>
            <a:ext cx="37170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4900" y="2807208"/>
            <a:ext cx="3552444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9764" y="2834640"/>
            <a:ext cx="3442716" cy="6309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შეაფასე ეს 3 იდეა [იდეები]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0-10 შკალაზე: 1) მარტივი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MVP, 2) პირველი გაყიდვების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სიჩქარე, 3) კონკურენციის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სიმცირე. წარმოადგინე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ცხრილის სახით.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SCAMPER მეთოდოლოგია: 7 გზა ინოვაციისთვის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27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ინოვაციის მიღების 7 გზა ნებისმიერი ტრადიციული ბიზნესისთვის: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82296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147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ასო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კითხვა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მაგალითი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</a:tr>
              <a:tr h="37147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S - Substitute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რისი შენაცვლება შეგვიძლია?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ოფისის ჩანაცვლება 24/7 AI ხმოვანი ასისტენტით.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C - Combine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რისი გაერთიანება შეიძლება?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ირიგაციის სისტემისა და აგრო-დაზღვევის გაერთიანება.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A - Adapt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როგორ მოვარგოთ სხვა სფეროს?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Tinder-ის „Swipe“ მოდელის მორგება ვაკანსიების ძებნაზე.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M - Modify / Magnify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რისი გადიდება/შეცვლა შეიძლება?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სისხლის ანალიზის პასუხი 24 საათის ნაცვლად 1 წუთში.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P - Put to other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სად შეიძლება სხვაგან გამოყენება?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ნარჩენი მონაცემების გამოყენება ბაზრის ტრენდების პროგნოზირებისთვის.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E - Eliminate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რისი მოცილება შეიძლება?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რეგისტრაციის ეტაპის გაუქმება - პირდაპირ Google-ით 1 წამში.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7147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R - Reverse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რისი შებრუნება შეიძლება?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BNPL: ჯერ პროდუქტი, მერე გადახდა, ტრადიციული წინასწარი გადახდის ნაცვლად.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SCAMPER: Worked Example — ჭკვიანი ირიგაცია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28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გამოიყურება SCAMPER-ის 7 ნაბიჯი გამოყენებული ერთსა და იმავე იდეაზე?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🔄 S +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18541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ჩაანაცვლეთ ოპერატორები 24/7 AI ასისტენტით და გააერთიანეთ სისტემა აგრო-დაზღვევასთან: თუ ფერმერი იყენებს AI მორწყვას, დაზღვევა უფრო იაფია.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737360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🔌 A +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18541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მოარგეთ Tinder-ის Swipe მოდელი პარტნიორი მომწოდებლების შერჩევას. ასევე, გაზარდეთ სიზუსტე: სენსორმა 24 საათის ნაცვლად 1 წუთში აჩვენოს ტენიანობის დონე.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19272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319272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374136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🔁 P + E + 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767328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გამოიყენეთ ნიადაგის ისტორიული მონაცემები მოსავლის პროგნოზირებისთვის, გააუქმეთ რთული რეგისტრაცია და შესთავაზეთ სენსორი იჯარით (ჯერ სარგებელი, მერე გადახდა).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დავალება #1: SCAMPER Sprint (25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29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გამოიყენეთ SCAMPER ჩარჩო თქვენი იდეის გარდაქმნისთვის: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19933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გახსენით Claude , ChatGPT ან Gemini და შეიყვანეთ ქვემოთ მოცემული პრომპტი;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შეცვალეთ [აღწერა] თქვენი იდეით;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ჩაწერეთ მიღებული 7 მუტაცია და შეარჩიეთ 1 საუკეთესო ვარიანტი.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270248"/>
            <a:ext cx="54864" cy="50749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4270248"/>
            <a:ext cx="3717036" cy="50749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3" y="4343400"/>
            <a:ext cx="3497580" cy="361187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✅ Checklist: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SCAMPER Sprint პრომპტი: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გამოიყენე SCAMPER ჩარჩო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იდეისთვის: [ჩაწერე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იდეა].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*(მაგალითად: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🏥 Team 1 (მედიკამენტების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მიტანა): "Substitute -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დისტრიბუტორების ჩანაცვლება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ლოკალური აფთიაქების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ქსელით"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🎒 Team 6 (SPARK AI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საზღვარგარეთ სწავლა):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"Combine - საუნივერსიტეტო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გზამკვლევისა და ფინანსური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გრანტების კალკულატორის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გაერთიანება"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🛡️ Team 9 (Scutum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სამოგზაურო ასისტენტი):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"Adapt - Tinder-ის Swipe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ლოგიკის მორგება უსაფრთხო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მარშრუტების შერჩევაზე")*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ყოველი 7 ნაბიჯისთვის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მომეცი 2-3 წინადადებიანი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მუტაცია: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 - Substitute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(ჩანაცვლება): რა შეიძლება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ჩავანაცვლოთ?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C - Combine (გაერთიანება):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რა ორი იდეა გავაერთიანოთ?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 - Adapt (ადაპტაცია): რა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მსგავსი პროდუქტი არსებობს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სხვა სფეროში?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M - Modify (მოდიფიკაცია):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როგორ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გავადიდოთ/შევამციროთ?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 - Put to other use (სხვა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დანიშნულება): ვინ კიდევ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გამოიყენებს?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E - Eliminate (მოშორება):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რა შეგვიძლია ამოვიღოთ?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R - Rearrange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(გადალაგება): რა თუ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პროცესს შევცვლით?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5 Whys: Deep Root-Cause Analysis / 5 რატომ: ფესვური მიზეზების ანალიზი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30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მივაგნოთ მომხმარებლის რეალურ ტკივილს?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311353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❓ 5 Whys მაგალითი: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2286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1.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რატომ არ რწყავს ფერმერი მიწას დროულად? - წყალი ძვირია;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2.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რატომ არის ძვირი? - ბევრს ხარჯავს ზედმეტი მორწყვით;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3.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რატომ რწყავს ზედმეტად? - არ იცის ნიადაგის რეალური ტენიანობა;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4.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რატომ არ იცის? - არ აქვს საზომი ხელსაწყოები;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5.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რატომ არ აქვს? - ბაზარზე არსებული სისტემები რთული და ძვირია.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62856"/>
            <a:ext cx="7955279" cy="214883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ფესვური პრობლემა: ფერმერს სჭირდება იაფი და მარტივი საზომი, არა დიდი ტექნიკა.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What If: Blue Ocean Opportunity Prompts / What If: ლურჯი ოკეანის პრომპტები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31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სტანდარტების დარღვევა და ახალი ბაზრების (Blue Ocean) პოვნა: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18928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1892807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What If კითხვების დიზაინი: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12984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„რა მოხდება, თუ ჩვენს საიტს არ ექნება ფასები და მომხმარებელი თავად გადაიხდის იმდენს, რამდენსაც საჭიროდ ჩათვლის?“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„რა მოხდება, თუ ჩვენი პროდუქტი იმუშავებს სრულიად ხაზგარეშე (Offline)?“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" y="3703320"/>
            <a:ext cx="81747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739896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What If Prompt: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77639"/>
            <a:ext cx="80101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005072"/>
            <a:ext cx="79004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სტარტაპ იდეაა: [იდეა].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დამისვი 5 პროვოკაციული "What If" კითხვა, რომელიც მთლიანად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შეცვლის ამ ბიზნესის ტრადიციულ წესებს და დამეხმარება ახალი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ბაზრის პოვნაში.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Six Thinking Hats: 6 ქუდის ჩარჩო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32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იდეის სისტემატური, მრავალმხრივი შეფასების 6 პერსპექტივა: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8229600" cy="2651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ქუდი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ფოკუსი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კითხვა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⚪ თეთრი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ინფორმაცია და ციფრები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რა ობიექტური ფაქტები გვაქვს?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🔴 წითელი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ინტუიცია და ემოციები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რას გრძნობს დამფუძნებელი და მომხმარებელი?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⚫ შავი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რისკები და კრიტიკა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რატომ ჩაფლავდება იდეა?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🟡 ყვითელი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ოპტიმიზმი და სარგებელი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რა არის საუკეთესო სცენარი?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🟢 მწვანე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კრეატიულობა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როგორ გადავჭრათ შავი ქუდის რისკები?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🔵 ლურჯი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შეჯამება და მართვა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რა არის ჩვენი შემდეგი ნაბიჯი?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Six Thinking Hats: AI-თან მუშაობის სქემა &amp; პრომპტი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33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2011679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8174736" cy="2011679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🤖 Six Thinking Hats AI Prompt (მოახდინეთ „6 ქუდის“ საბჭოს სიმულაცია):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00784"/>
            <a:ext cx="7955279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შენ ხარ სტარტაპ კონსულტანტი. გამოიყენე ედვარდ დე ბონოს "Six Thinking Hats" მეთოდოლოგია ჩემი იდეის შესაფასებლად: [იდეის აღწერა]. გააანალიზე იდეა 6 სხვადასხვა პერსპექტივიდან: 1. ⚪ თეთრი: რა ობიექტური ფაქტები და ციფრები გვჭირდება? 2. 🔴 წითელი: რა ემოციები და ინტუიციური შიშები გაუჩნდებათ კლიენტებს? 3. ⚫ შავი: რა არის ყველაზე სარისკო დაშვება და რატომ ჩავარდება პროექტი? 4. 🟡 ყვითელი: რა არის საუკეთესო სცენარი და მაქსიმალური ფინანსური სარგებელი? 5. 🟢 მწვანე: როგორ გადავჭრათ შავი ქუდის მიერ ნაპოვნი პრობლემები კრეატიულად? 6. 🔵 ლურჯი: რა არის ჩვენი შემდეგი ნაბიჯი MVP-ის ვალიდაციისთვის?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73552"/>
            <a:ext cx="45720" cy="15773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273552"/>
            <a:ext cx="4000500" cy="15773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328416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⚫ შავი ქუდის რისკები (GITA გუნდები):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3721608"/>
            <a:ext cx="3845052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Team 1 (დრონები): ფრენის რეგულაციები და 40 კგ-ის უსაფრთხოება. Team 4 (GeoLex): AI-ის მიერ მოგონილი სამართლებრივი მუხლები. Team 9 (SCUTUM): სენსორების ცრუ განგაში და აეროგელის გაფრქვევა.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0580" y="3273552"/>
            <a:ext cx="45720" cy="15773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86300" y="3273552"/>
            <a:ext cx="4000500" cy="15773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8596" y="3328416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🟢 მწვანე ქუდის გადაწყვეტები: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8596" y="3721608"/>
            <a:ext cx="3845052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Team 1: ტესტირება რუსთავის რელიეფზე და მხოლოდ დაშვებულ ზონებში. Team 4: RAG-მოდელის კავშირი მხოლოდ ოფიციალურ წყაროებთან. Team 9: ორმაგი ვერიფიკაციის სენსორების სისტემა.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Six Thinking Hats: Worked Example — ირიგაციის სისტემა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34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ერთი და იგივე იდეა, გატარებული სამივე წყვილ ქუდში: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5720" cy="148818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4000500" cy="148818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⚪🔴 თეთრი + წითელი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185416"/>
            <a:ext cx="3845052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„საქართველოში არის 40,000 მცირე ფერმერი, აქედან მხოლოდ 15% იყენებს წვეთოვან სისტემებს. ამასთან, ფერმერებს ეშინიათ ახალი ტექნოლოგიების, რადგან ჰგონიათ, რომ რთულია.“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45720" cy="148818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737360"/>
            <a:ext cx="4000500" cy="148818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⚫🟡 შავი + ყვითელი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18541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„რისკი: ინტერნეტი რეგიონებში სუსტია და სენსორების ფასი მაღალია. სარგებელი: ფერმერი ზოგავს 40% წყალს, სისტემა ხარჯებს 3 თვეში ანაზღაურებს.“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62706"/>
            <a:ext cx="45720" cy="148818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362706"/>
            <a:ext cx="4000500" cy="148818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417570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🟢🔵 მწვანე + ლურჯი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810761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„გადაწყვეტა: მონაცემები SMS-ით ინტერნეტის ნაცვლად, სენსორები იჯარით ყიდვის ნაცვლად. შემდეგი ნაბიჯი: 1 სწრაფი ინტერვიუ ფერმერთან იჯარის მოდელის შესამოწმებლად.“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Jobs-to-be-Done (JTBD): Milkshake Story / JTBD მეთოდოლოგია: Milkshake-ის ქეისი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35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კლეიტონ კრისტენსენის ლეგენდარული ქეისი - რატომ ყიდულობენ ადამიანები მილქშეიკს დილით?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54864" cy="158191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975104"/>
            <a:ext cx="3991356" cy="158191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❌ არასწორი ანალიზი (დემოგრაფია):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41448"/>
            <a:ext cx="37719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მილქშეიკს ყიდულობენ 25-35 წლის მამაკაცები, რომელთაც უყვართ ტკბილი.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975104"/>
            <a:ext cx="54864" cy="158191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975104"/>
            <a:ext cx="3991356" cy="158191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🟢 სწორი ანალიზი (JTBD):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441448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მომხმარებელი „ქირაობს“ მილქშეიკს, რათა გრძელი და მოსაწყენი მგზავრობისას მანქანაში ჰქონდეს რაღაც ნოყიერი, რაც დიდხანს არ გათავდება და ხელს დაუკავებს.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30168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დასკვნა: თქვენი კონკურენტი შეიძლება იყოს არა სხვა მილქშეიკი, არამედ ბანანი ან ორცხობილა.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Jobs-to-be-Done (JTBD): Formula &amp; Examples / JTBD ფორმულა და მაგალითები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36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ჩამოვაყალიბოთ JTBD მომხმარებლისთვის?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81635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281635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როდესაც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49424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88336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მე მინდა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27248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5661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რათა შევძლო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005072"/>
            <a:ext cx="7955279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[სიტუაცია/კონტექსტი], [რა ქმედება ან ფუნქცია მჭირდება], [რა საბოლოო შედეგს/ემოციას ველოდები].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26864"/>
            <a:ext cx="54864" cy="22402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" y="4626864"/>
            <a:ext cx="3991356" cy="22402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40580" y="4626864"/>
            <a:ext cx="54864" cy="22402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95444" y="4626864"/>
            <a:ext cx="3991356" cy="22402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სავარჯიშო: JTBD ფორმულირება (10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37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ჩამოაყალიბეთ თქვენი სტარტაპის ძირითადი JTBD ფორმულა: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42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გახსენით Claude , ChatGPT ან Gemini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დაწერეთ თქვენი სტარტაპის JTBD ფორმულა: „როდესაც [სიტუაცია], მინდა [აქტივობა], რათა [სასურველი შედეგი]“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სთხოვეთ AI-ს, გაუკეთოს კრიტიკა ამ ფორმულას და შემოგთავაზოთ 2 უფრო ზუსტი და სპეციფიკური ალტერნატივა.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JTBD სავარჯიშო შაბლონი: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ვავითარებ სტარტაპს: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[მაგ: პლატფორმა ძაღლის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მომვლელების საპოვნელად].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მომხმარებლისთვის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ჩამოვაყალიბე შემდეგი JTBD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განაცხადი: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„როდესაც მივდივარ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მივლინებაში და სახლში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მრჩება ძაღლი, მინდა ვიპოვო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სანდო ადამიანი, რომელიც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ჩემს ძაღლს მიხედავს, რათა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მშვიდად ვიყო.“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გააანალიზე ეს ფორმულირება: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რამდენად ზუსტად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გადმოსცემს ის მომხმარებლის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რეალურ ამოცანას, სიტუაციას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 ემოციურ მოტივაციას?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შემომთავაზე 2 უფრო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გაუმჯობესებული JTBD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ალტერნატივა.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🎬 LIVE DEMO პრომპტი: JTBD მომხმარებლის კვლევა AI-ით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38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196596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8174736" cy="1965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საცდელი პრომპტი ChatGPT/Claude/Gemini-სთვის: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7955279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შენ ხარ მომხმარებელთა კვლევის (UX Research) და Jobs-to-be-Done (JTBD) მეთოდოლოგიის წამყვანი ექსპერტი. ჩემი პროდუქტია: [მაგალითად: SPARK AI - საზღვარგარეთ სწავლის მოსამზადებელი პლატფორმა მოსწავლეებისა და მშობლებისთვის]. მინდა ჩავატარო ჩემი სამიზნე მომხმარებლის კვლევა. შეასრულე შემდეგი დავალება: 1. შემომთავაზე 3 განსხვავებული მომხმარებლის არქეტიპი (Customer Persona), რომლებიც "დაიქირავებდნენ" ამ პროდუქტს. თითოეულისთვის ჩამოაყალიბე JTBD ფორმულირება: "როდესაც [სიტუაცია], მინდა [აქტივობა], რათა [სასურველი შედეგი]". 2. დაწერე 5 კრიტიკული კითხვა, რომელიც უნდა დავუსვა ამ ადამიანებს რეალური ინტერვიუს დროს, რათა აღმოვაჩინო მათი ფარული შიშები და ბარიერები, რომლებსაც ისინი არ ამხელენ. (კითხვები შეადგინე "The Mom Test" წიგნის პრინციპების მიხედვით - არანაირი ჰიპოთეტური კითხვები მომავალზე, მხოლოდ წარსული გამოცდილება). 3. მოახდინე 1-წუთიანი ინტერვიუს სიმულაცია: შენ ხარ ერთ-ერთი შეშფოთებული მშობელი, რომელსაც შვილი საზღვარგარეთ მიჰყავს სასწავლებლად, მე კი ინტერვიუერი ვარ. დაიწყე პირველი პასუხით ჩემს მისალმებაზე.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🎨 ChatGPT Canvas — ინტერაქტიული ბრეინშტორმინგი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39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რა შეუძლია Canvas-ს ბრეინშტორმინგში: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3771900" cy="2962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📝 ინლაინ რედაქტირება: შეცვალეთ ტექსტი უშუალოდ სამუშაო დაფაზე;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🎯 კონკრეტული უკუკავშირი: მონიშნეთ აბზაცი და სთხოვეთ ალტერნატივები;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🔄 ვერსიების კონტროლი: დააბრუნეთ წინა წარმატებული იდეები;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✨ სწრაფი ქმედებები: ერთი კლიკით შეცვალეთ ტონის ფორმატები.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058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544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5172" y="126187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როგორ გამოვიყენოთ პრაქტიკაში: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5172" y="1655064"/>
            <a:ext cx="3771900" cy="312267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1.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დაიწყეთ იდეების გენერაცია ჩვეულებრივ ჩატში;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2.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სთხოვეთ AI-ს: „გახსენი ეს ტექსტი Canvas-ში“ ან გამოიყენეთ ბრძანება „use canvas“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3.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მონიშნეთ სუსტი იდეები და სთხოვეთ მათი გაუმჯობესება;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4.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გააკეთეთ ექსპორტი ან გაუზიარეთ გუნდის წევრებს ბმულით.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🔮 ტენდენციების შემჩნევა და მომავლის პროგნოზირება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40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🔍 AI-ს გამოყენება პროგნოზირებისთვის: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3771900" cy="2542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📊 ტენდენციების ანალიზი: მიმდინარე და აღმოცენებადი ტენდენციების შედარება;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სცენარების დაგეგმვა: ოპტიმისტური, პესიმისტური და ყველაზე მოსალოდნელი მომავლის მოდელირება;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ახალი ნიშები: ბაზარზე გამოჩენილი ვაკუუმების იდენტიფიკაცია.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058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544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5172" y="126187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60036" y="126187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4900" y="131673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9764" y="1344168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Trend Spotting &amp;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Forecasting Prompt: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5172" y="1627632"/>
            <a:ext cx="3771900" cy="31501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0036" y="1673352"/>
            <a:ext cx="3662172" cy="30586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4900" y="1691640"/>
            <a:ext cx="3552444" cy="30220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გააანალიზე მიმდინარე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ტენდენციები [თქვენი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ინდუსტრია]-ში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დააგენერირე: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მიმდინარე ტენდენციები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(5 ტენდენცია);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აღმოცენებადი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ტენდენციები / სუსტი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სიგნალები (5 ტენდენცია);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სამომავლო 3-წლიანი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სცენარები: ოპტიმისტური,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პესიმისტური და ყველაზე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მოსალოდნელი სცენარი;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4. 5 კონკრეტული ბიზნეს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შესაძლებლობა, რომელიც ამ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ტენდენციებს ეფუძნება.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⚖️ იდეების შეფასება და პრიორიტეტიზაცია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41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📊 შეფასების კრიტერიუმები (1-10 ბალით):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3771900" cy="2962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გავლენა (Impact): რამხელა ეფექტი ექნება ბაზარზე?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განხორციელებადობა (Feasibility): რამდენად ადვილია MVP-ის აწყობა?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დანახარჯი (Cost): რა რესურსებს მოითხოვს? (10 = ძალიან იაფი);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დრო (Time): რა დრო დასჭირდება გაშვებას? (10 = უსწრაფესი).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058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544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5172" y="126187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60036" y="126187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4900" y="131673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9764" y="1344168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Idea Evaluation Prompt: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5172" y="1627632"/>
            <a:ext cx="3771900" cy="31501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0036" y="1673352"/>
            <a:ext cx="3662172" cy="30586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4900" y="1691640"/>
            <a:ext cx="3552444" cy="30220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შეაფასე ეს იდეები: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[იდეების სია] შემდეგი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კრიტერიუმებით (1-10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ბალით): Impact,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Feasibility, Cost, Time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Market Fit.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წარმოადგინე შედეგები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Markdown ცხრილის სახით.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დააჯგუფე ისინი 4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კატეგორიად: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სწრაფი გამარჯვებები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(Quick Wins - მაღალი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Impact, დაბალი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ძალისხმევა);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სტრატეგიული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ინიციატივები (დიდი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გავლენა, მაღალი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ძალისხმევა);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შემავსებლები (დაბალი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გავლენა, დაბალი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ძალისხმევა);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4. დროის მჭამელები (დაბალი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გავლენა, მაღალი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ძალისხმევა).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✨ იდეის დახვეწა და სრულყოფა (Refinement)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42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🛠️ იდეის ფილტრაცია 5 მიმართულებით: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3771900" cy="312267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კრიტიკა (Critique): რა სუსტი მხარეები აქვს იდეას? რა შეიძლება ჩაიშალოს?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გაძლიერება (Enhance): როგორ გავზარდოთ მისი ძირითადი სარგებელი?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გამორჩევა (Differentiate): რით განსხვავდება არსებული გადაწყვეტებისგან?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გამარტივება (Simplify): როგორ მოვაშოროთ ზედმეტი სირთულეები?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მასშტაბირება (Scale): როგორ გაიზრდება ბიზნესი მომავალში?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058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544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5172" y="126187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60036" y="126187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4900" y="131673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9764" y="1344168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Idea Refinement Prompt: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5172" y="1627632"/>
            <a:ext cx="3771900" cy="31501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0036" y="1673352"/>
            <a:ext cx="3662172" cy="30586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4900" y="1691640"/>
            <a:ext cx="3552444" cy="30220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საწყისი იდეაა: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[ჩაწერე იდეა].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დამეხმარე მის დახვეწაში.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გააკეთე ანალიზი 5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მიმართულებით: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კრიტიკა (რა არის სუსტი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წერტილი?);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გაძლიერება (როგორ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გავხადო უკეთესი?);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გამორჩევა (როგორ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შევუქმნა უნიკალურობა?);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4. გამარტივება (როგორ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მივიღო მარტივი MVP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ვერსია?);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5. მასშტაბირება (როგორ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გაიზრდება მომავალში?).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ბოლოს შემომთავაზე იდეის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საბოლოო, დახვეწილი ვერსია.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⚡ სწრაფი პროტოტიპირების იდეაცია (Rapid Prototyping)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43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სწრაფი პროტოტიპის გეგმის ელემენტები: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3771900" cy="312267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🎯 ძირითადი ფუნქციონალი: მხოლოდ აუცილებელი Core ფუნქციები;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🛠️ ტექნოლოგიური სტეკი: No-Code/Low-Code ხელსაწყოების შერჩევა (Lovable, Supabase);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📅 2-კვირიანი სპრინტი: დროში გაწერილი ნაბიჯ-ნაბიჯ გეგმა;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📈 წარმატების მეტრიკა: როგორ მივხვდებით, რომ ტესტმა წარმატებით ჩაიარა?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058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544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5172" y="126187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60036" y="126187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4900" y="131673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9764" y="1344168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Rapid MVP Prototyping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Prompt: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5172" y="1627632"/>
            <a:ext cx="3771900" cy="31501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0036" y="1673352"/>
            <a:ext cx="3662172" cy="30586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4900" y="1691640"/>
            <a:ext cx="3552444" cy="30220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სტარტაპ იდეაა: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[ჩაწერე იდეა].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შემომთავაზე 2-კვირაში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ასაშენებელი MVP-ის გეგმა: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ფუნქციების სია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(აუცილებელი Core vs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სასურველი);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ტექნოლოგიური სტეკი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(Lovable, Supabase-ის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გამოყენებით);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2-კვირიანი ნაბიჯ-ნაბიჯ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სპრინტის გეგმა;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4. ტესტირების სტრატეგია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წარმატების კონკრეტული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მეტრიკები.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🔀 ინდუსტრიებს შორის ინოვაცია (Cross-Industry Innovation)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44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🔗 გადაკვეთის პრინციპი (მაგალითები):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3771900" cy="28163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🚗 Uber-ის მოდელი: On-Demand სერვისის გადმოტანა სამედიცინო მომსახურებაზე;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📺 Netflix-ის მოდელი: ყოველთვიური გამოწერის (Subscription) გამოყენება სარეცხ საშუალებებზე;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🕹️ გეიმიფიკაცია: თამაშის მექანიზმების (ქულები, ლიდერბორდი) მორგება ფინანსების დაზოგვაზე.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058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544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5172" y="126187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60036" y="126187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4900" y="131673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9764" y="1344168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Cross-Industry Innovation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Prompt: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5172" y="1627632"/>
            <a:ext cx="3771900" cy="277977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0036" y="1673352"/>
            <a:ext cx="3662172" cy="2688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4900" y="1691640"/>
            <a:ext cx="3552444" cy="2651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გააანალიზე წამყვანი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ინოვაციები და ბიზნეს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მოდელები [ინდუსტრია A]-ში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(მაგ: სათამაშო ინდუსტრია).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შემომთავაზე 3 გზა, როგორ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შეიძლება ამ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მექანიზმების/პრინციპების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გადატანა და გამოყენება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[ინდუსტრია B]-ში (მაგ: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EdTech საგანმანათლებლო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ტექნოლოგიები საქართველოში)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ახალი სტარტაპის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შესაქმნელად.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🎨 ბრენდინგის იდეები &amp; შეჯამება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45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🏷️ სახელების 3 ძირითადი კატეგორია: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3771900" cy="28163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აღწერითი: რაც პირდაპირ გამოხატავს საქმიანობას (მაგ: HomeChef, LocalKitchen);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აბსტრაქტული / გამოგონილი: ჟღერადი, ახალი სიტყვები (მაგ: Foodly, Tastora);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ქართული ინსპირაცია / ავთენტური: ლათინურად ნაწარმოები ქართული სიტყვებიდან (მაგ: Supra [სუფრა], Kera [კერა]).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058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544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5172" y="126187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60036" y="126187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4900" y="131673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9764" y="1344168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Brand Naming Prompt: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5172" y="1627632"/>
            <a:ext cx="3771900" cy="277977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0036" y="1673352"/>
            <a:ext cx="3662172" cy="2688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4900" y="1691640"/>
            <a:ext cx="3552444" cy="2651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დააგენერირე 15 სახელი ჩემი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პროდუქტისთვის.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კონტექსტი: ინდუსტრია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[სფერო], სამიზნე [ICP],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ბრენდის პერსონა [ხასიათი,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მაგ: მეგობრული].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სახელები დაყავი 3 ჯგუფად: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1) აღწერითი, 2)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აბსტრაქტული, 3)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ლოკალური/ავთენტური.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თითოეულს დაურთე სლოგანი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(Tagline)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1-წინადადებიანი ბრენდის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ისტორია.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🎬 LIVE DEMO პრომპტი: ბრენდინგის გენერაცია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46 /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196596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8174736" cy="1965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საცდელი პრომპტი ChatGPT/Claude/Gemini-სთვის: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7955279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დააგენერირე 18 სახელი ახალი პროდუქტისთვის: 1. ინდუსტრია: Food Delivery / სწრაფი კვება საქართველოში. 2. პროდუქტი: მობილური აპლიკაცია, რომელიც ადგილობრივ მზარეულებს მომხმარებლებთან აკავშირებს - სახლში მომზადებული საკვების მიტანის სისტემა. 3. სამიზნე აუდიტორია: 25-45 წლის ურბანული პროფესიონალები, რომლებიც ეძებენ ჯანსაღ, ხარისხიან საკვებს (არა Fast Food). 4. ბრენდის პერსონა: თბილი, ოჯახური, ავთენტური, მაგრამ თანამედროვე. 5. ქართული ხაზგასმა: სახელი უნდა იყოს საერთაშორისო (ლათინური), მაგრამ ასახავდეს ქართულ კულტურას. სახელები დაყავი 3 კატეგორიად (თითოში 6): 1. აღწერითი (მაგ: HomeChef, LocalKitchen); 2. აბსტრაქტული (მაგ: Foodly, Tastora); 3. ქართული ინსპირაცია (მაგ: Supra [სუფრა], Kera [კერა]). თითოეულისთვის მომეცი: სახელი, .ge/.com დომენის ლოგიკა, tagline (ქართულად და ინგლისურად), ბრენდის ისტორია (1 წინადადება).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Value Proposition Canvas: Customer Profile / მომხმარებლის პროფილი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47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მომხმარებლის დეტალური შესწავლა: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441447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2441447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👤 Customer Jobs (სამუშაოები):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 ტექნიკურ, სოციალურ თუ ემოციურ ამოცანებს ასრულებს მომხმარებელი ყოველდღიურად?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244144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2441447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⚠️ Pains (ტკივილები) &amp; Gains (სარგებელი):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15727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Pains: რა უშლის ხელს ამ საქმის კეთებაში? რა რისკებია?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Gains: რა დადებით შედეგს ელოდება წარმატების შემთხვევაში?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მომხმარებლის ინტერვიუს სცენარი (Customer Interview Script)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48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სანამ ეს პროფილი ვარაუდად დარჩება, გადაამოწმეთ ის რეალურ საუბარში: როგორ ვესაუბროთ პოტენციურ მომხმარებელს, რათა მივიღოთ რეალური ინსაითები?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54864" cy="28620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975104"/>
            <a:ext cx="3991356" cy="286207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❌ არასწორი კითხვები: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41448"/>
            <a:ext cx="3771900" cy="15727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„მოგწონთ ჩემი იდეა?“ (ადამიანები მოგატყუებენ, რომ გული არ გატკინონ);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„იყიდიდით ასეთ აპლიკაციას?“ (ჰიპოთეტური კითხვები არ მუშაობს).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975104"/>
            <a:ext cx="54864" cy="28620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975104"/>
            <a:ext cx="3991356" cy="28620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🟢 სწორი კითხვები (The Mom Test):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441448"/>
            <a:ext cx="3771900" cy="19933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„როგორ წყვეტთ ამ პრობლემას დღეს?“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„ბოლოს როდის მოხდა ეს პრობლემა და რა გააკეთეთ?“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„რა იყო ყველაზე რთული ამ პროცესში და რატომ?“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The Mom Test: Do's vs. Don'ts / The Mom Test: კარგი და ცუდი კითხვები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49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ვკითხოთ მომხმარებელს, რათა თავიდან ავიცილოთ ცრუ პოზიტიური პასუხები: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8229600" cy="169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🔴 ცუდი კითხვა (Don't)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🟢 კარგი კითხვა (Do)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</a:tr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„მოგწონთ ჩემი იდეა?“ ადამიანები ზრდილობიანები არიან და მოგატყუებენ.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„როგორ ჭრით ამ პრობლემას დღეს?“ გაიგებთ, რეალურად არსებობს თუ არა ტკივილი.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„იყიდიდით ასეთ აპლიკაციას?“ ჰიპოთეტური პასუხები არაფერს ნიშნავს.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„ბოლოს როდის გადაიხადეთ ამ პრობლემის მოგვარებაში?“ ამოწმებს რეალურ გადახდისუნარიანობას.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09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„რამდენს გადაიხდიდით ამაში?“ ხალხს სურს პროდუქტი უფასოდ, ფასი ყოველთვის რთულია.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„რა დაგიჯდათ ამ პრობლემის მოგვარება ბოლოს?“ აჩვენებს მათ მიერ გაღებულ რეალურ ხარჯებს.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სავარჯიშო: The Mom Test სიმულაცია (10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50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გამოსცადეთ თქვენი ინტერვიუს კითხვები AI-სთან როლურ თამაშში: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გახსენით Claude , ChatGPT ან Gemini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სთხოვეთ AI-ს: „მოირგე [თქვენი ICP პროფილის] როლი. მე დაგისვამ კითხვებს ჩემი სტარტაპის ვალიდაციისთვის. ილაპარაკე მოკლედ და ნუ იქნები ზედმეტად დამყოლი.“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დაუსვით 3 კითხვა The Mom Test-ის წესების (წარსული გამოცდილების შესახებ) დაცვით და შეაფასეთ მიღებული პასუხები.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The Mom Test როლური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თამაშის პრომპტი: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შენ ხარ ჩემი სტარტაპის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სამიზნე მომხმარებელი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(ICP): [მაგ: მცირე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რესტორნის მფლობელი,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რომელიც თავად უმკლავდება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პროდუქტების შესყიდვას].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მინდა ჩაგიტარო ინტერვიუ.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წესები შენთვის: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ილაპარაკე მოკლედ, 1-2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წინადადებით, როგორც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დაკავებულმა ადამიანმა.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ნუ იქნები ზედმეტად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დამყოლი ან თავაზიანი. თუ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რამე პრობლემა არ გაწუხებს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რეალურად, პირდაპირ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მითხარი.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უპასუხე მხოლოდ შენს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წარსულ გამოცდილებაზე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დაყრდნობით.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თუ მზად ხარ, მომესალმე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დავიწყოთ.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Value Proposition Canvas: Value Map Alignment / ღირებულების რუკის შესაბამისობა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51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ინტერვიუდან მიღებული ინსაითების გათვალისწინებით - როგორ ერგება თქვენი პროდუქტი მომხმარებლის პროფილს?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54864" cy="287578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975104"/>
            <a:ext cx="3991356" cy="28757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📦 ჩვენი შეთავაზება: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41448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Products &amp; Services: ჩვენი კონკრეტული MVP პროდუქტი.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Pain Relievers: როგორ ვაყუჩებთ მომხმარებლის ტკივილს?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Gain Creators: როგორ ვქმნით დამატებით სარგებელს?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975104"/>
            <a:ext cx="54864" cy="287578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975104"/>
            <a:ext cx="3991356" cy="2875788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🎯 იდეალური მორგება (Fit):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441448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თქვენი Pain Relievers და Gain Creators ზუსტად უნდა პასუხობდნენ მომხმარებლის მიერ დასახელებულ Pains &amp; Gains-ს.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Define Your ICP: სამიზნე მომხმარებლის პროფილი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52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Customer Profile, ინტერვიუ და Value Map უკვე დაგეხმარათ მომხმარებლის გაცნობაში - ახლა ეს ყველაფერი 1 კონკრეტულ პორტრეტად ჩამოვაყალიბოთ (Ideal Customer Profile):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54864" cy="273405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975104"/>
            <a:ext cx="8174736" cy="2734056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🎯 ICP-ის სავალდებულო ელემენტები: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41448"/>
            <a:ext cx="7955279" cy="21396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დემოგრაფია/ფირმოგრაფია: ასაკი, პროფესია ან ბიზნესის ზომა და სექტორი;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ქცევა: სად ეძებს ინფორმაციას, რომელ პლატფორმებს იყენებს;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გადახდისუნარიანობა: აქვს თუ არა რეალური ბიუჯეტი პრობლემის მოსაგვარებლად;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Early Adopter ნიშანი: უკვე ცდილობს თუ არა პრობლემის გადაჭრას სხვა (ხშირად არასრულყოფილი) გზით.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82312"/>
            <a:ext cx="54864" cy="2743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" y="4782312"/>
            <a:ext cx="8174736" cy="274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818888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ICP Definition Prompt: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056632"/>
            <a:ext cx="8010144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084064"/>
            <a:ext cx="7900416" cy="365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სტარტაპ იდეაა: [იდეა]. მომხმარებლის ინტერვიუდან გავიგე: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[insights].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ჩამომიყალიბე 1 კონკრეტული ICP პორტრეტი: ვინ არის ეს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ადამიანი/ბიზნესი, სად ვიპოვი მას, და რატომ იქნება ის ჩვენი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პირველი მომხმარებელი.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Lean Canvas: Blocks 1-3 &amp; The Golden Thread / Lean Canvas-ის პირველი 3 ბლოკი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53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ბიზნეს მოდელის პირველი და ყველაზე კრიტიკული ნაწილი - ახლა უკვე ICP-ისა და ინტერვიუს ინსაითებით გამყარებული: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45720" cy="136931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975104"/>
            <a:ext cx="4000500" cy="136931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029968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1. Problem (პრობლემა)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423160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1-3 მთავარი პრობლემა, რომელსაც მომხმარებელი აწყდება. ასევე, არსებული ალტერნატივები.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975104"/>
            <a:ext cx="45720" cy="136931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975104"/>
            <a:ext cx="4000500" cy="136931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2029968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2. Customer 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423160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ვინ არის სამიზნე მომხმარებელი? ვინ არიან თქვენი პირველი მომხმარებლები (Early Adopters)?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81578"/>
            <a:ext cx="45720" cy="1369314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481578"/>
            <a:ext cx="4000500" cy="136931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536442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3. UVP (ფასეულობა)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929634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მკაფიო მესიჯი, რომელიც ხსნის, რით ხართ განსხვავებული და რატომ უნდა იყიდონ თქვენგან.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Lean Canvas: Blocks 4-6 / Lean Canvas-ის 4-6 ბლოკები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54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ბიზნეს მოდელის მეორე ნაწილი - გადაწყვეტა და ფინანსები: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4. Solution (გადაწყვეტა)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185416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 ძირითადი ფუნქცია, რომლითაც აგვარებთ თითოეულ პრობლემას.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737360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5. Channels (არხები)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185416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მიაღწევთ მომხმარებლამდე? (სოც. მედია, SEO, პარტნიორობები, გაყიდვები).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81527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081527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136391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6. Revenue Streams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529584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გამოიმუშავებთ ფულს? (SaaS გამოწერა, ერთჯერადი გაყიდვა, საკომისიო).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Lean Canvas: Blocks 7-9 / Lean Canvas-ის 7-9 ბლოკები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55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ბიზნეს მოდელის ბოლო ნაწილი - ხარჯები, მეტრიკები და უპირატესობა: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7. Cost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185416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თქვენი ძირითადი ფიქსირებული და ცვლადი ხარჯები (ჰოსტინგი, მარკეტინგი, დომენი).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737360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8. Key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185416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გაზომავთ წარმატებას? (რეგისტრაციები, კონვერსია, Churn rate).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81527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081527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136391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9. Unfair Advantage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529584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კონკურენტული უპირატესობა, რომლის კოპირებაც რთულია (ექსკლუზიური გუნდი, პატენტი).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დავალება #2: Lean Canvas ავტომატური შევსება (15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56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შეავსეთ თქვენი სტარტაპის Lean Canvas AI-ის დახმარებით: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42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აირჩიეთ საუკეთესო იდეა და გახსენით Claude , ChatGPT ან Gemini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შეიყვანეთ ქვემოთ მოცემული პრომპტი და შეცვალეთ [იდეის სახელი] თქვენი სტარტაპით;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შეაფასეთ მიღებული 9 ბლოკი და შეამოწმეთ მათი ლოგიკური თანმიმდევრობა.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Lean Canvas შევსების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პრომპტი: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მაქვს ბიზნეს იდეა: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[იდეის სახელი + 1-2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წინადადებიანი აღწერა].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შემომთავაზე Lean Canvas-ის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9 ბლოკის შევსება ჩემი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იდეისთვის. თითოეულ ბლოკში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დაწერე 2-3 წინადადება.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იყავი კრიტიკული და მიუთითე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შეუსაბამობებზე.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ბლოკები: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Problem, 2. Solution,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Key Metrics, 4. Unique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Value Proposition, 5.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Unfair Advantage, 6.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Channels, 7. Customer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Segments, 8. Cost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Structure, 9. Revenue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Streams.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სავარჯიშო: AI Pre-Mortem სტრეს-ტესტი (10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57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ჩაატარეთ თქვენი იდეის "სიკვდილისწინა ანალიზი" (Pre-Mortem) AI-სთან: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გახსენით Claude , ChatGPT ან Gemini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შეიყვანეთ ქვემოთ მოცემული პრომპტი (ჩაწერეთ თქვენი იდეა);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გაანალიზეთ AI-ის მიერ მოცემული გაკოტრების 3 მიზანი და მათი პრევენციის გზები.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544568"/>
            <a:ext cx="54864" cy="23317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4544568"/>
            <a:ext cx="3717036" cy="23317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AI Pre-Mortem პრომპტი: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მოიქეცი როგორც გამოცდილი,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კრიტიკულად განწყობილი VC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ინვესტორი.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სტარტაპ იდეაა: [იდეა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 სამიზნე აუდიტორია].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*(მაგალითად: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⚖️ Team 4 (Legal AI):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"იურიდიული ასისტენტი,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რომელიც ქმნის კონტრაქტებს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ქართულ ენაზე"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🛡️ Team 5 (Compliance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Copilot): "AI პლატფორმა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ფინანსური კომპლაენსის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AML/CFT რეგულაციებისთვის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VASP-ებისთვის")*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წარმოიდგინე, რომ 1 წელი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გავიდა და ჩემი სტარტაპი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სრულად გაკოტრდა.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დამიწერე 3 ყველაზე რეალური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მიზეზი, რის გამოც ეს მოხდა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(მაგ: ბაზრის არარსებობა,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ტექნიკური სირთულე,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მომხმარებლის უნდობლობა).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თითოეულ მიზეზს მიუწერე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კონკრეტული, პრაქტიკული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ნაბიჯი, როგორ ავიცილო ეს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თავიდან დღესვე.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სავარჯიშო: AI Customer Role-Play (10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58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გაესაუბრეთ თქვენს ვირტუალურ იდეალურ მომხმარებელს (ICP):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გამოიყენეთ პრომპტი და სთხოვეთ AI-ს შევიდეს თქვენი ICP-ის როლში;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წარუდგინეთ თქვენი პროდუქტი და სთხოვეთ კრიტიკული კითხვების დასმა;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დაიწყეთ დიალოგი (1-2 იტერაცია) და დააკვირდით მათ რეაქციას.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544568"/>
            <a:ext cx="54864" cy="23317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4544568"/>
            <a:ext cx="3717036" cy="23317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AI Customer Persona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Prompt: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შენ ხარ ჩემი სტარტაპის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სამიზნე მომხმარებელი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(ICP): [მაგ: ხანდაზმული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პირი, რომელსაც სჭირდება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წამლები ყოველდღიურად / ან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იურისტი].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შემოგთავაზებ ჩემს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გადაწყვეტას: [გადაწყვეტის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მოკლე აღწერა].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მიპასუხე შენი პერსონის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სახელიდან და იყავი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რეალისტური: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რა არის შენი პირველი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ეჭვი ან შიში ამ პროდუქტის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მიმართ?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რატომ შეიძლება თქვა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უარი მის ყიდვაზე?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რა პირობით გადაიხდიდი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ფულს სიამოვნებით?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დავიწყოთ დიალოგი. დამისვი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შენი პირველი კითხვა.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სავარჯიშო: Andrej Karpathy-ის "LLM საბჭო" (10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59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გაატარეთ თქვენი იდეა 5-ექსპერტიან LLM საბჭოში (Council of LLMs):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მოამზადეთ თქვენი იდეის მოკლე აღწერა (მაგ: Team 9 ან Team 10);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დააკოპირეთ და გაუშვით მარჯვნივ მოცემული სრულყოფილი პრომპტი Claude-ში (ან ChatGPT-ში)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გააანალიზეთ მრჩეველთა პასუხები, კოლეგიალური მიმოხილვა და მიღებული თავმჯდომარის ვერდიქტი.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Andrej Karpathy's Council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Prompt: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თქვენ ხართ LLM საბჭოს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ფასილიტატორი. თქვენი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ამოცანაა გაატაროთ ჩემი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სტარტაპ იდეა 5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დამოუკიდებელი AI მრჩევლის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სტრუქტურირებულ საბჭოში,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რომლებიც მას სხვადასხვა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კუთხით აანალიზებენ,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ერთმანეთს ანონიმურად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მიმოიხილავენ და საბოლოო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ვერდიქტს აჯამებენ.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სტარტაპ იდეაა: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[ჩაწერე იდეა]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*(მაგალითად: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Team 9 (SCUTUM):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"ხანძრის კერის მოლეკულური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იზოლაცია დინამიკური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აეროგელით ჭერის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მოდულებიდან"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Team 10 (GeoLex): "AI-ზე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დაფუძნებული ქართული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სამართლებრივი ბაზა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საძიებო ანალიტიკა")*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მართეთ საბჭო შემდეგი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ფრეიმვორკის გამოყენებით.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არსებობს 5 ცვლადი, რომელიც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ქმნის საბჭოს კარგ სესიას.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~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ცვლადი 1: ფორმულირებული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კითხვა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სანამ რომელიმე მრჩეველი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კითხვას დაინახავს,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მოახდინეთ მისი ნეიტრალური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რეფორმულირება. აიღეთ ჩემი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იდეა და დაწერეთ მკაფიო,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ნეიტრალური პრომპტი,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რომელსაც 5-ვე მრჩეველი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მიიღებს. ფორმულირებული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კითხვა უნდა მოიცავდეს: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ძირითად გადაწყვეტილებას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ან ბიზნეს მოდელს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საკვანძო კონტექსტს ჩემი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იდეიდან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რა დევს სასწორზე — რატომ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არის ეს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იდეა/გადაწყვეტილება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მნიშვნელოვანი და რა არის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მისი უმთავრესი რისკი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არ დაამატოთ საკუთარი აზრი.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არ მიმართოთ პროცესი.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უბრალოდ დარწმუნდით, რომ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თითოეულ მრჩეველს აქვს ის,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რაც სჭირდება.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თუ ჩემი იდეა ძალიან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ბუნდოვანია, დასვით ერთი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დამაზუსტებელი კითხვა.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მხოლოდ ერთი. შემდეგ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გააგრძელეთ.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~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ცვლადი 2: ხუთი მრჩეველი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საბჭოს ჰყავს ხუთი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მრჩეველი. ისინი აზროვნების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სტილებია და არა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თანამდებობები. თითოეული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სრულად იხრება თავისი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კუთხისკენ. ისინი არ იცავენ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ბალანსს.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მრჩეველი 1 — კონტრარიანი: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აქტიურად ეძებს იმას, რაც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არასწორია, რაც აკლია, რაც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ჩავარდება. უშვებს, რომ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იდეას აქვს სასიკვდილო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ხარვეზი და ცდილობს მის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პოვნას (ბაზრის ზომა,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ტექნოლოგიური შეზღუდვები,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რეგულაციები). ის არ არის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პესიმისტი — ის არის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მეგობარი, რომელიც გიცავთ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ცუდი გადაწყვეტილებისგან.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მრჩეველი 2 — პირველადი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პრინციპებით მოაზროვნე: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უგულებელყოფს ზედაპირულ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კითხვას. კითხულობს: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„რეალურად რა ფუნდამენტურ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პრობლემას ვჭრით აქ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მომხმარებლისთვის?“.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აშორებს ვარაუდებს. აშენებს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საფუძვლიდან. გეტყვით,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როდესაც საერთოდ არასწორ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კითხვას სვამთ.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მრჩეველი 3 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ექსპანსიონისტი: ეძებს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პერსპექტივას, რომელსაც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ყველა სხვა ტოვებს. რა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შეიძლება იყოს უფრო დიდი?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რა მიმდებარე შესაძლებლობა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იმალება? როგორ შეიძლება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ამის 10x მასშტაბირება ან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სხვა ინდუსტრიებთან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ინტეგრაცია? არ ადარდებს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რისკი — ადარდებს რა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მოხდება, თუ ეს იმაზე უკეთ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იმუშავებს, ვიდრე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მოსალოდნელი იყო.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მრჩეველი 4 — აუტსაიდერი: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ნულოვანი კონტექსტი აქვს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თქვენს შესახებ, თქვენს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სფეროზე ან ისტორიაზე.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პასობს მხოლოდ იმას, რაც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მის წინაშეა. ამჩნევს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„ცოდნის წყევლას“ 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რაღაცებს, რაც თქვენთვის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აშკარაა, მაგრამ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ჩვეულებრივი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მომხმარებლისთვის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დამაბნეველი და გაუგებარია.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მრჩეველი 5 — შემსრულებელი: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მხოლოდ ის ადარდებს,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შესაძლებელია თუ არა ამის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გაკეთება და მისი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განხორციელების უსწრაფესი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გზა (MVP, Lovable,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Supabase ინტეგრაცია).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უგულებელყოფს თეორიას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გლობალურ აზროვნებას. ყველა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იდეას უყურებს პრიზმით: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„კარგი, მაგრამ რას აკეთებ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ორშაბათ დილით?“.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თითოეული მრჩეველი პასუხობს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150–300 სიტყვით. პირდაპირ.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თავის არიდების გარეშე.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შესავლის გარეშე.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~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ცვლადი 3: კოლეგების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მიმოხილვა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როგორც კი ხუთივე მრჩევლის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პასუხი დაიწერება,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მოახდინეთ მათი ანონიმურობა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როგორც Response A-დან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E-მდე. შემთხვევითობის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პრინციპით მიანიჭეთ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მრჩევლებს ასოები.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შემდეგ კვლავ აამოქმედეთ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თითოეული მრჩეველი, როგორც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რეცენზენტი. თითოეული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რეცენზენტი კითხულობს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ხუთივე ანონიმურ პასუხს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პასუხობს სამ კითხვას: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რომელი პასუხია ყველაზე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ძლიერი? რატომ? (აირჩიეთ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ერთი ასო)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რომელ პასუხს აქვს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ყველაზე დიდი „ბრმა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წერტილი“? რა აკლია მას?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(აირჩიეთ ერთი ასო)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რა გამორჩა ხუთივე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პასუხს, რაც საბჭომ უნდა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განიხილოს?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თითოეული კოლეგიალური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მიმოხილვა არის 200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სიტყვაზე ნაკლები.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პირდაპირ. პასუხებზე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მითითება ხდება ასოებით.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~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ცვლადი 4: თავმჯდომარის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ვერდიქტი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როგორც კი კოლეგების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მიმოხილვა დასრულდება,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თქვენ ხდებით თავმჯდომარე.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თქვენ ხედავთ ყველაფერს: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ფორმულირებულ კითხვას,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ხუთივე დე-ანონიმირებულ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მრჩევლის პასუხს და ხუთივე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მიმოხილვას.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თქვენი ამოცანა არ არის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პასუხების გასაშუალოება. ეს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არის ყველაფრის სინთეზირება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საბოლოო ვერდიქტად.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გამოიყენეთ ზუსტად ეს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სტრუქტურა: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## რაზე თანხმდება საბჭო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პუნქტები, რომლებზეც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რამდენიმე მრჩეველი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შეთანხმდა (მაღალი ნდობის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სიგნალები).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## სად არის დაპირისპირება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საბჭოში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ნამდვილი უთანხმოებები.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წარმოადგინეთ ორივე მხარე.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## „ბრმა წერტილები“,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რომლებიც საბჭომ დაიჭირა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რაღაცები, რაც მხოლოდ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კოლეგების მიმოხილვისას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გამოიკვეთა.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## რეკომენდაცია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მკაფიო, პირდაპირი ბიზნეს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რეკომენდაცია.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## პირველი რიგის ამოცანა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ერთი კონკრეტული შემდეგი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ნაბიჯი (Action Item)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ორშაბათ დილისთვის.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~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შესრულების რიგითობა: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მიიღე ჩემი იდეა.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თუ ძალიან ბუნდოვანია,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დასვი ერთი დამაზუსტებელი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კითხვა. შემდეგ გააგრძელე.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გამოიტანე ფორმულირებული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კითხვა.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4. გამოიტანე ხუთივე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მრჩევლის პასუხი შემდეგი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თანმიმდევრობით: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კონტრარიანი → პირველადი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პრინციპები →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ექსპანსიონისტი →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აუტსაიდერი → შემსრულებელი.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5. მოახდინე პასუხების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ანონიმურობა A–E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(შემთხვევითი ასოებით).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6. გამოიტანე ხუთივე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კოლეგიალური მიმოხილვა.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7. გამოააშკარავე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ანონიმურობის რუკა (რომელ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ასოს რომელი მრჩეველი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შეესაბამება).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8. გამოიტანე თავმჯდომარის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ვერდიქტი ზემოთ მოცემული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ზუსტი სტრუქტურით.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იყავით პირდაპირი მთელი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პროცესის განმავლობაში. ნუ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ეცდებით თავის არიდებას.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საბჭოს აზრი სიცხადეა.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ახლა მოგცემთ კითხვას,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გადაწყვეტილებას ან იდეას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საბჭოს წინაშე წარსადგენად.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მზად ხართ?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AI-Powered Smoke Testing &amp; UVP ვალიდაცია / Smoke ტესტირება და UVP-ის შემოწმება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60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შევამოწმოთ რეალური მოთხოვნა პროდუქტის კოდის დაწერამდე (Smoke Test):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🎯 Smoke Test-ის იდეა: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მომხმარებელს ვთავაზობთ პროდუქტის ყიდვას ან რეგისტრაციას მანამ, სანამ ის მზად იქნება. თუ ინტერესი მაღალია, მხოლოდ მაშინ ვიწყებთ Lovable-ით აწყობას.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90088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როგორ დაგვეხმარება AI: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383280"/>
            <a:ext cx="3771900" cy="1394459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 ალტერნატიული სარეკლამო სათაურის (Hook/UVP) შექმნაში;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საუკეთესო Landing Page-ის სტრუქტურის განსაზღვრაში;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ინტერესის საზომი მეტრიკების (Click rate) დაგეგმვაში.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AI Smoke Test Plan Prompt: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სტარტაპ იდეაა: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[იდეა].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შემიმუშავე 3 განსხვავებული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სარეკლამო სათაური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(Hook/UVP) სატესტოდ.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თითოეული ვარიანტისთვის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დამიწერე: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რა მეტრიკით გავზომო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ინტერესი (მაგ: CTR, Click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to Register).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როგორ შევქმნა მარტივი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"Smoke Test" (მაგ: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Facebook რეკლამა + Google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Forms, ან Lovable Landing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Page).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რა იქნება წარმატების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მინიმალური ზღვარი (მაგ: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15% კონვერსია).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კონკურენტების ანალიზი და Feature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61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შევისწავლოთ კონკურენტები Perplexity-ის მეშვეობით და ვაჩვენოთ ჩვენი უპირატესობა?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54864" cy="130759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975104"/>
            <a:ext cx="8174736" cy="130759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📊 Feature Matrix: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41448"/>
            <a:ext cx="7955279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შედარებითი ცხრილი, რომელიც აჩვენებს თქვენი პროდუქტისა და კონკურენტების ფუნქციების, ფასისა და სუსტი მხარეების თანაფარდობას.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55848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" y="3355848"/>
            <a:ext cx="81747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392424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Competitor Analysis Prompt: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630168"/>
            <a:ext cx="80101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657600"/>
            <a:ext cx="79004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როლი: ბაზრის წამყვანი ანალიტიკოსი და სტარტაპ კონსულტანტი.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კონტექსტი: ვამზადებ კონკურენტულ ანალიზს ჩემი სტარტაპისთვის.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პროდუქტი: [აღწერე პროდუქტი].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დავალება: მოიძიე ინტერნეტში ჩემი პროდუქტის 3 ძირითადი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კონკურენტი.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გამომავალი ფორმატი: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შეადგინე Feature Matrix ცხრილის სახით (ჩვენი პროდუქტი vs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 კონკურენტი), სადაც შეადარებ: ფუნქციებს, საფასო მოდელს,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ძლიერ და სუსტ მხარეებს.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მოამზადე მოკლე SWOT ანალიზი თითოეულისთვის.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ჩამოაყალიბე ჩვენი Unfair Advantage (უნიკალური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კონკურენტული უპირატესობა).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დავალება #4: Instant Logo Sprint Ideogram-ში (15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62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შექმენით თქვენი სტარტაპის ლოგო Ideogram-ში: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გახსენით Ideogram.ai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ჩაწერეთ პრომპტი ქვემოთ მოცემული ფორმულით (S + A + E + L + C + V);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ჩასვით თქვენი სტარტაპის ზუსტი სახელი ბრჭყალებში "[სახელი]"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დააგენერირეთ 4 ვარიანტი და შეარჩიეთ საუკეთესო;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აჩვენეთ მეწყვილეს! Day 1-ის ხელშესახები გამარჯვება.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Ideogram Logo Formula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Prompt: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 modern minimalist vector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logo for a startup named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"[სტარტაპის სახელი]",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operating in [სფერო / მაგ: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B2B Agro Logistics].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Features clean typography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with the exact text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"[სტარტაპის სახელი]",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accompanied by a smart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geometric emblem.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Style: premium tech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branding, vector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aesthetic, flat design,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white background, high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contrast, elegant color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palette (indigo and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emerald), corporate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identity.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Homework Part A Guidelines / საშინაო დავალება: ნაწილი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63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Day 1-ის ბოლოს გასაგზავნი დავალება (20 წუთი):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58775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258775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დავალების ნაბიჯები: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19933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1.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რეგისტრაცია (5 წთ): დარეგისტრირდით Lovable.dev, Supabase, Gamma.app, Perplexity-ზე.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2.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 მომხმარებლის ინტერვიუ (10 წთ): დაუსვით 3 ღია კითხვა პოტენციურ კლიენტს და ჩაწერეთ 3 Insights.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3.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Pitch-ის გამარტივება (5 წთ): ჩამოაყალიბეთ თქვენი იდეა 1 წინადადებაში.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98264"/>
            <a:ext cx="8229600" cy="452627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📧 გაგზავნის წესი: გამოიყენეთ `day1_homework_template.md` და გამოაგზავნეთ მეილზე კვირას დილის 10:00 საათამდე (მეორე დღის დაწყებამდე).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Day 1 Wrap-up &amp; Checklist / დღე 1: შეჯამება და საკონტროლო სია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64 /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გილოცავთ! Day 1-ის ძირითადი ეტაპები დასრულებულია: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იდეაცია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185416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SCAMPER და 5 Whys ტექნიკით იდეები გაღრმავდა.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737360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ვალიდაცია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185416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Lean Canvas და VPC-ით ბიზნეს მოდელი მზად არის.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81527"/>
            <a:ext cx="45720" cy="1207007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081527"/>
            <a:ext cx="4000500" cy="120700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136391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მზადება ხვალისთვის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529584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ხვალ ავაწყობთ რეალურ MVP საიტს Lovable-ში და 10-სლაიდიან Pitch Deck-ს Gamma-ში!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61688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შევხვდებით ხვალ 10:00 საათზე! 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