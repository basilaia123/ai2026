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Make.com ავტომატიზაცია,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0:00 - 1:05: Brand + Photo + Copy + Gamma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1:05 - 1:35: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1:35 - 1:55: Technical Specification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1:55 - 3:15: Lovable MVP + Supabase + GDPR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3:15 - 4:00: ავტომატიზაცია (Make.com)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4:00 - 5:00: Pitch Deck + VC Mock Grill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Make ავტომატიზაციითა და მზა Pitch Deck-ით.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მათი სიტყვები სადესანტო გვერდის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სადესანტო გვერდის (Landing Page)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Flux.1.1 Pro-თი: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Flux-ის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Make).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Interface &amp; Workflow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ავტომატიზაციის ვიზუალური პლატფორმა Make.com: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 ძირითადი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Scenarios: სრული ავტომატიზაციის სქემები;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Modules: აპლიკაციების ბლოკები (მაგ. Gmail, Google Sheets);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Filters: პირობები მონაცემთა გასაფილტრად.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რატომ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არის ვიზუალური, მარტივი გამოსაყენებელი და უფასო ვერსიაში გაძლევთ 1000 ოპერაციას თვეში.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Webhooks setup &amp; JSON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მყისიერი მიღება საიტიდან (Webhook):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🌐 რა არის Webhook?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URL მისამართი Make.com-ში, რომელიც ელოდება მონაცემების გამოგზავნას საიტიდან. ყოველი ფორმის შევსებისას Lovable აგზავნის მონაცემებს ამ მისამართზე.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JSON Mapping: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Webhook-ის გააქტიურების შემდეგ გაუშვით ტესტური რეგისტრაცია საიტზე, რათა Make-მა ავტომატურად ამოიცნოს ცვლადები (Email, Name).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Appending Lead Row in 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ბაზიდან Leads-ის გადატანა Google Sheets CRM-ში: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Google Sheets მოდულის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დააკავშირეთ თქვენი Google Drive ანგარიში Make-თან;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ფაილი „Leads CRM“;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სვეტებში (A, B, C) მიაბით Webhook-იდან მიღებული ცვლადები: A = Name , B = Email , C = Created_at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Gmail SMTP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ავტომატური იმეილის გაგზავნა დარეგისტრირებულ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 მოდულის პარამეტრები: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To: Webhook-იდან მიღებული Email ცვლადი;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Subject: „გმადლობთ რეგისტრაციისთვის [სტარტაპის სახელი]-ზე!“;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Body: პერსონალიზებული ტექსტი, სადაც გამოიყენებთ Name ცვლადს.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🔒 SMTP უსაფრთხოება: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Gmail-თან დასაკავშირებლად დაგჭირდებათ Google-ის უსაფრთხოების მენიუდან "App Password"-ის გენერირება.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შეცდომების მართვა და Edge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უზრუნველვყოთ ჩვენი ავტომატიზაციების სტაბილური მუშაობა შეცდომების შემთხვევაში?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პოტენციური შეცდომები: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მომხმარებელმა ფორმაში არ შეიყვანა სახელი (ცარიელი ველი);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ელფოსტის ფორმატი არასწორია;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სერვერი დროებით გაითიშა.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გადაჭრის გზები: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1214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Validation Rules: საიტის ფორმაში ელფოსტის ველის სავალდებულოობა (Required field);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Error Handling Modules: Make.com-ში შეცდომის მართვის ბლოკების (Ignore, Resume, Break) გამოყენება.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Make.com სცენარი აქტიურია;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