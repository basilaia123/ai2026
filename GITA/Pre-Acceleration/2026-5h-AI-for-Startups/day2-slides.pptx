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0:00 - 0:10: Day 2 Intro &amp; Objectives (10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0:10 - 1:00: Block VI: Copywriting &amp; Tone (50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VII: Visual Identity &amp; Launch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VIII: Lovable MVP &amp; Tech Spec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IX: Database &amp; Make Automation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X: Demo Day &amp; VC Mock Grill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სადესანტო გვერდის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სადესანტო გვერდის (Landing Page)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#5: Pitch Deck-ის გენერაცია Gamma-ში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 Gamma-ში: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Gamma.app -ზე და აირჩიეთ "Create new with AI";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(შეავსეთ Pitch Statement და Lean Canvas);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მოახდინეთ სლაიდების კორექტირება და გააკეთეთ ექსპორტი PDF-ში.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Pitch Statement: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აღწერა]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Lean Canvas: [9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ბლოკი]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Deck-ის outline.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სლაიდზე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სათაური, 3-4 ბულეტი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ვიზუალის იდეა (Hero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Sไลდები: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Hook + Problem, 2.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+ MVP, 3. Market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+ Customer Segment, 4.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Team + Why Us, 5. Ask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Lovable-ისთვის: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(UI/UX 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საუკეთესო ვებსაიტების UI სტრუქტურა და საჭირო ველები. მიზანი: მონაცემთა ბაზისა და ინტერფეისის სქემის წინასწარ განსაზღვრა.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(Tech Spec &amp; Prompt Spec)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Claude-ს შეადგენინეთ Lovable-ის პირველი დეტალური პრომპტი (კომპონენტები, ფერები, გვერდები). მიზანი: Lovable-ისთვის ნაბიჯ-ნაბიჯ შესასრულებელი ინსტრუქციის შექმნა.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(რეალური კონტენტი)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456432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Canvas-ში მოამზადეთ რეალური სათაურები, ტექსტები, FAQ და ფასების გეგმები. მიზანი: Lovable-ში ყალბი placeholder-ების რეალური ტექსტებით ჩანაცვლება.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(ლოგიკური სტრეს-ტესტი)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456432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Gemini-ს, იპოვოს ლოგიკური ხარვეზები ან შეუსაბამობები მომზადებულ პრომპტში. მიზანი: პრომპტის სრულყოფა Lovable-ში პირველივე ცდაზე იდეალური შედეგისთვის.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#3: Landing Page შექმნა Lovable-ით (35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live Landing Page Lovable-ის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 -ზე და დაიწყეთ ახალი პროექტი;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პირველი პრომპტი საიტის სტრუქტურის ასაგებად;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მეორე პრომპტი იტერაციისთვის (ფორმა, ფერები, CTA).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1847088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პირველი პრომპტი (სტრუქტურა):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4900" y="2084831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2112263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 [სახელი],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აგვარებს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[პრობლემას] [სამიზნე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აუდიტორიისთვის].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Hero Section (სათაური,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ქვესათაური, CTA)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Features (3-4 ფუნქცია)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Pricing (3 tier)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5172" y="3145536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60036" y="3145536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3182112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მეორე პრომპტი (ფორმა და ფერები):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4900" y="3419856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9764" y="3447288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შეცვალე Landing Page: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Section-ში დაამატე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CTA ღილაკი "დაიწყე უფასოდ"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შეცვალე ფერები ბრენდის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პალიტრით: [ფერები]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დაამატე Email Sign-up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AI Studio-სთვის: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უახლესი ფაქტები, API დოკუმენტაციები, ან ტექნიკური სტანდარტები. მიზანი: პრომპტში ჩასაწერი კონტექსტის სიზუსტის უზრუნველყოფა.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(სტრუქტურირება)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Claude-ს დაწეროს System Instructions, XML სქემები და JSON გამომავალი ფორმატები. მიზანი: პრომპტის მკაცრი ლოგიკური სტრუქტურის აგება.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(იტერაცია)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გამოიყენეთ Canvas რეჟიმი ტექსტის ტონის, მესიჯების და სათაურების რეალურ დროში დასახვეწად. მიზანი: პრომპტის კოპირაითინგისა და კრეატიული მხარის გაძლიერება.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/ AI Studio (ტესტირება)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გაუშვით Reasoning ტესტები, შეამოწმეთ ტოკენების ხარჯვა და ოპტიმალური ტემპერატურა. მიზანი: საბოლოო პრომპტის ოპტიმიზაცია და API-სთვის მომზადება.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Google AI Studio: Android აპლიკაციის შექმნა &amp; Gemini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1. Google AI Studio &amp; API გასაღები: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პროტოტიპირება: გამოსცადეთ Prompt-ები, System Instructions და JSON რეჟიმი უშუალოდ ბრაუზერში;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API Key გენერაცია: შექმენით უსაფრთხო გასაღები თქვენი პროექტისთვის;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Build რეჟიმი: დაწერეთ პრომპტი ბუნებრივ ენაზე, AI Studio თავად ააწყობს native Kotlin/Jetpack Compose Android პროექტს;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ბრაუზერული ემულატორი: დატესტეთ აპლიკაცია ინსტალაციის გარეშე და გააკეთეთ ექსპორტი Android Studio-ში.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📲 2. Android Studio &amp; SDK ინტეგრაცია: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A. Firebase AI Logic SDK (რეკომენდებული): მართავს უსაფრთხოებას და გასაღებებს Cloud-ში, იცავს API Key-ს გაჟონვისგან.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B. Google AI Client SDK (პირდაპირი კავშირი):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5172" y="2990088"/>
            <a:ext cx="3771900" cy="17876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60036" y="3035808"/>
            <a:ext cx="3662172" cy="1696211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054096"/>
            <a:ext cx="3552444" cy="16596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build.gradle.kts: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implementation("google.ai.client.generativeai:generativeai:0.7.0")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Kotlin ინიციალიზაცია: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 generativeModel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GenerativeModel(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modelName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"gemini-1.5-flash",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apiKey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BuildConfig.apiKey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 ძირითადი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Scenarios: სრული ავტომატიზაციის სქემები;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Modules: აპლიკაციების ბლოკები (მაგ. Gmail, Google Sheets);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Filters: პირობები მონაცემთა გასაფილტრად.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რატომ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არის ვიზუალური, მარტივი გამოსაყენებელი და უფასო ვერსიაში გაძლევთ 1000 ოპერაციას თვეში.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Automation Workflow Make.com-ში (30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ააწყვეთ ავტომატიზაციის სქემა Make.com-ზე: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ანგარიში Make.com -ზე და დაიწყეთ Scenario;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Webhook trigger და დაუკავშირეთ თქვენს Landing Page-ს;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Gmail/SMTP და Google Sheets მოდულები და გააკეთეთ mapping.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 სცენარის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კონფიგურაცია: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Scenario: Landing Page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 → Email + CRM Sheets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TRIGGER: Webhook (POST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request)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URL: [Lovable-იდან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მიღებული Webhook URL]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MODULE 1: Send Email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via Gmail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To: {{trigger.email}}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Subject: "გმადლობთ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რეგისტრაციისთვის!"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Body: "ჩვენი გუნდი მალე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დაგიკავშირდებათ."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MODULE 2: Add Row to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Google Sheets (leads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Columns: Email, Name, Date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FILTER: Email is not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empty (ცარიელი მეილები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იფილტრება)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