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🚀 Day 2: Product &amp; 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იდეიდან მუშა პროტოტიპამდე და პირველ გაშვებამდე (Launch)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2: Product &amp; Launch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Visual identity, Copywriting, live Landing Page, Supabase ბაზა, Make.com ავტომატიზაცია, Demo Day და VC Grill.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2 Agenda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2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0:00 - 0:10: Day 2 Intro &amp; Objectives (10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0:10 - 1:00: Block VI: Copywriting &amp; Tone (50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VII: Visual Identity &amp; Launch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VIII: Lovable MVP &amp; Tech Spec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IX: Database &amp; Make Automation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X: Demo Day &amp; VC Mock Grill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დღის მიზანი: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ბოლოს თითოეულ მონაწილეს ექნება ცოცხალი MVP საიტი საკუთარ დომენზე Supabase მონაცემთა ბაზით, Make ავტომატიზაციითა და მზა Pitch Deck-ით.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Voice of Customer: რეალური ინსაითების ინტეგრაცია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რეალური ციტატებისა და უკუკავშირის გამოყენება პროდუქტის დიზაინში: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🎤 რატომ არის მნიშვნელოვანი?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სტარტაპები ხშირად იგონებენ პრობლემებს. მომხმარებელთან უშუალო საუბარი (ინტერვიუები, გამოკითხვები) გვაძლევს რეალურ ლექსიკონს - როგორ აღწერენ ისინი თავიანთ ტკივილს.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ინტეგრაციის პროცესი: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შეაგროვეთ მინიმუმ 3 რეალური მომხმარებლის ციტატა (Testimonials).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მათი სიტყვები სადესანტო გვერდის სათაურებში.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დააფუძნეთ ბრენდის Tone of Voice მათ ემოციურ მდგომარეობაზე.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AIDA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სადესანტო გვერდის (Landing Page) ტექსტების სტრუქტურა AIDA-ს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🅰️ AIDA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Attention (ყურადღება): ყურადღების მიპყრობა სათაურით.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Interest (ინტერესი): პრობლემის გაცნობიერება.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Desire (სურვილი): პროდუქტის სარგებლის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Action (მოქმედება): ნათელი CTA (რეგისტრაციის ფორმა).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AIDA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ტექსტები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 AIDA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 მიხედვით.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ქართულად, მოკლედ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დამარწმუნებლად.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PAS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სარეკლამო კამპანიებისა და სოციალური პოსტების ყველაზე ეფექტური ჩარჩო: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🅿️ PAS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Problem (პრობლემა): მომხმარებლის ტკივილის დასახელება.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Agitate (ემოციის გამძაფრება): პრობლემის ნეგატიური ეფექტის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Solution (გადაწყვეტა): თქვენი პროდუქტის, როგორც ერთადერთი ხსნის წარდგენა.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4813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353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3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სტარტაპისთვის [იდეა]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მოდელით. თითოეულში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შესაბამისი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ემოჯიები და CTA.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PAS ქოპირაიტინგი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სარეკლამო პოსტი თქვენი სტარტაპისთვის PAS ჩარჩოს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სარეკლამო პოსტი PAS (Problem, Agitate, Solve) სტრუქტურის მიხედვით;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ფრჩხილებში მოცემული ინფორმაცია თქვენი სტარტაპის მიხედვით.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მოირგე პროფესიონალი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ქოპირაიტერის როლი.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სტარტაპია: [მაგ: ონლაინ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გაცვლისთვის].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(Problem, Agitate,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Solve) ჩარჩოს მიხედვით.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Problem: მკაფიოდ აღწერე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1 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Agitate: გაამძაფრე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 ემოციურად.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Solve: წარმოადგინე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სტარტაპი, როგორც ერთადერთი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მარტივი გამოსავალი.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სტილი შეინარჩუნე მოკლე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დამაჯერებელი.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Tone of Voice: Brand Persona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შევინარჩუნოთ ბრენდის ერთიანი ტონი ყველა ტექსტში?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3911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3911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🎭 ბრენდის ხმის ტიპები: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Professional / Authoritative: ფინანსები და ჯანდაცვა (ნდობის აღძვრა);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Friendly / Playful: განათლება და გართობა (მეგობრული ტონი);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Bold / Disrupter: ინოვაციური No-Code პლატფორმები.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49623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849623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86199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Brand Voice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123943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151375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ჩამოაყალიბე ბრენდის Tone of Voice ჩემი 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მიეცი 5 კონკრეტული წესი AI-ს, თუ როგორ უნდა დაწეროს ტექსტები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(მაგალითად: "წერე მოკლედ, გამოიყენე 'შენ' და მოერიდე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პათეტიკურ სიტყვებს").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ბრენდის არქიტექტურა: Mission, Voice, Visual, 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4 ძირითადი ფენა, რომელიც ქმნის მომხმარებლის ნდობას: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Mission (მისია)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არსებობს თქვენი სტარტაპი და რა გრძელვადიან ცვლილებას ახდენს იგი ინდუსტრიაში?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Voice (ბრენდის ხმა)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ბრენდის პიროვნება? (მაგ. ავტორიტეტული ფინანსებში, მეგობრული განათლებაში).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Visual (ვიზუალი)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ფერები, ფონტები და გრაფიკული ენა, რომელიც მომენტალურად ასოცირდება თქვენს ბრენდთან.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4058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30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6859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Tone (ბრენდის ტონი)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859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იცვლება ბრენდის ხმა კონტექსტის მიხედვით (მაგ. შეცდომის შეტყობინებისას vs გაყიდვებისას).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სტილის სახელმძღვანელო (Visual Style Guide)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ვიზუალური იდენტობის სტანდარტების განსაზღვრა Lovable MVP-სთვის: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ფერების შერჩევა (Color Palette):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Primary: ძირითადი ფერი (ბრენდის ემოცია, მაგ. ლურჯი - ნდობა);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Secondary: დამხმარე ფერი (ინტერფეისის ბალანსისთვის);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Accent: აქცენტის ფერი (მხოლოდ CTA ღილაკებისთვის).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✍️ Typography &amp; Imagery: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მაქსიმუმ 2 შრიფტი (მაგ. FiraGO სათაურებისთვის და Segoe UI ტექსტისთვის).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განსაზღვრეთ ლოგოს სტილი (Flat vector, minimalist, geometric).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Logo with Ideogram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შევქმნათ ლოგო ტექსტთან ერთად Ideogram-ის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Ideogram-ის უპირატესობა: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საუკეთესოდ აინტეგრირებს ნაწერს სურათში.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Ideogram Logo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minimalist flat vector logo for a startup named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"[სტარტაპის სახელი]". A clean geometric icon representing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bold typography, corporate color palette, white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high resolution.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ლოგოს პრომპტი Ideogram-ისთვის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ლოგოს პრომპტები Ideogram-ში გამოსაყენებლად: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ლოგოს პრომპტების 3 ვერსია Ideogram-ისთვის;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მიღებული პრომპტები Ideogram-ში და შეაფასეთ შედეგი.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ლოგოს პრომპტის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 სახელია: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BookLoop]. იგი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დეტალური ინგლისურენოვანი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 Ideogram-ისთვის,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რათა დავაგენერირო სუფთა,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მინიმალისტური ვექტორული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პრომპტებში გამოიყენე: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სტილი (flat vector,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minimalist logo, line art,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modern typography)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ფერები (indigo,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slate-gray, emerald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accent)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კომპოზიცია (centered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design, solid white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Hero Image with Flux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მთავარი სურათის (Hero image) შექმნა Flux.1.1 Pro-თი: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🌟 Flux-ის მახასიათებლები: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ულტრა-ფოტო-რეალიზმი;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ანატომიურად ზუსტი დეტალები (ხელები, სახე);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პრომპტების ზუსტი გაგება.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Flux Hero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9751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8836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professional studio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product photograph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[პროდუქტი], floating 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space with soft lighting,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premium glassmorphism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cinematic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composition, depth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field, 8k resolution,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photorealistic.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გაშვების სტრატეგია (Launch Strategy) &amp; Product Hunt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გავაცნოთ ჩვენი MVP პირველ მომხმარებლებს და მოვიზიდოთ გლობალური ყურადღება?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Product Hunt გაშვება: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პლატფორმა, სადაც ყოველდღიურად ათასობით ტექნოლოგიური ენთუზიასტი ეძებს ახალ სტარტაპებს. გაშვება უფასოა და იძლევა უზარმაზარ ორგანულ ტრაფიკს.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სოციალური მედიის სპრინტი: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3 გამორჩეული პოსტი Launch-ისთვის;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მოკლე ვიდეო-დემო (GIF ან Screen record);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 1 საათში ჩართეთ თქვენი მეგობრები და მხარდამჭერები აქტივობისთვის.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Prompting: Camera &amp; Lighting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დავწეროთ სურათის პრომპტი პროფესიონალური შედეგისთვის?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Visual Prompt Formula: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სუბიექტი + მოქმედება + გარემო + განათება + კამერის ხედი + სტილი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განათება: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Studio light, volumetric lighting, neon glow, soft shadows.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8630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859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კამერის ხედი: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Macro shot, eye-level, top-down view, cinematic depth of field.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4206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934206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39890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სტილი: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382262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Minimalist flat design, photorealistic, 3D render, vector illustration.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Presentation Outline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Gamma AI-ით პრეზენტაციის სტრუქტურის შექმნა: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⚡ პროცესი: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ტექსტური აღწერიდან Gamma ავტომატურად ქმნის 10-სლაიდიან საპრეზენტაციო outline-სა და დიზაინს.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Gamma Outline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10-სლაიდიანი Pitch Deck-ის სტრუქტურა ჩემი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შემდეგი სექციები: პრობლემა, გადაწყვეტა, ბაზრის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ზომა, ბიზნეს მოდელი, კონკურენცია.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ქართულად, გამოიყენე მოკლე და მკაფიო პუნქტები.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Exporters &amp; Design Adjustments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დავარედაქტიროთ და გავაზიაროთ Gamma პრეზენტაცია?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დიზაინის მორგება: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ფერებისა და ფონტების იმპორტი;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სურათების ჩანაცვლება Flux-ით გენერირებული ვიზუალებით;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სლაიდების განლაგების შეცვლა 1 კლიკით.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📤 ექსპორტის ოფციები: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PDF ექსპორტი ჟიურისთვის გასაგზავნად;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PowerPoint (.pptx) ფორმატში ჩამოტვირთვა;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საჯარო ვებ-ბმულის (Link sharing) გაზიარება.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#5: Pitch Deck-ის გენერაცია Gamma-ში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თქვენი სტარტაპის Pitch Deck Gamma-ში: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Gamma.app -ზე და აირჩიეთ "Create new with AI";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(შეავსეთ Pitch Statement და Lean Canvas);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თემა, მოახდინეთ სლაიდების კორექტირება და გააკეთეთ ექსპორტი PDF-ში.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Gamma.app Pitch Deck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Pitch Statement: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[1-წინადადებიანი აღწერა]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Lean Canvas: [9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ბლოკი]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5-სლაიდიანი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Pitch Deck-ის outline.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სლაიდზე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სათაური, 3-4 ბულეტი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ვიზუალის იდეა (Hero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Image).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Sไลდები: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Hook + Problem, 2.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+ MVP, 3. Market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+ Customer Segment, 4.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Team + Why Us, 5. Ask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Next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10-Slide GITA Pitch Deck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GITA-ს გრანტების სტანდარტული საპრეზენტაციო დეკის სტრუქტურა: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სლაიდი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დასახელება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რა უნდა ეწეროს?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Title Slide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სტარტაპის სახელი, ლოგო და 1-წინადადებიანი Pitch.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Problem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 მთავარი პრობლემა მომხმარებლის ციტატებით.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თქვენი MVP-ს 3 ძირითადი სარგებელი.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Market Size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TAM, SAM, SOM (ბაზრის მოცულობა ციფრებში).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Business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გამოიმუშავებთ ფულს (Pricing).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Technical Specification: 6 ძირითადი კომპონენტი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კომპონენტებისგან შედგება პროფესიონალური Tech Spec დოკუმენტი სტარტაპისთვის?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კომპონენტი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აღწერა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მიზანი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1. Product 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პროდუქტის არსი და მიზანი 2-3 წინადადებაში.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გუნდის სინქრონიზაცია.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2. User Stories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გზა: „როგორც [როლი], მინდა [აქტივობა]...“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UX-ის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3. Core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ძირითადი ფუნქციების ჩამონათვალი.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MVP-ის ფარგლების განსაზღვრა.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4. Technical Stack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ტექნოლოგიები (React, Tailwind, Supabase, Make).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არქიტექტურის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5. Lovable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 დიდი დეტალური პრომპტი საიტის ასაწყობად.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ავტომატური კოდირება.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6. Acceptance Criteria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როდის ითვლება ფუნქცია მზადყოფნაში (measurable).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ხარისხის კონტროლი.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ტექნიკური სპეციფიკაციის მომზადება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ტექნიკური სპეციფიკაციის პირველი ვერსია თქვენი იდეისთვის: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სტრუქტურირებული ტექნიკური დავალება;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შედეგი Lovable-ში პროექტის დაწყებისას.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დავალების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MVP-ს: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შევადგინო ტექნიკური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 Lovable-ისთვის.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დეტალური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სპეციფიკაცია,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მოიცავს: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Database Schema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(ცხრილები და კავშირები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users, books,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trades).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User Flows (მთავარი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ნაბიჯები MVP-ში).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Integrations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Supabase, Stripe).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ფორმატი შეინარჩუნე სუფთა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(markdown-ით).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Engineering-Ready სტატუსი Pitch-ში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დავარწმუნოთ ინვესტორები და GITA-ს ჟიური, რომ ჩვენი პროექტი მზადაა დეველოპმენტისთვის?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„Engineering Ready“ მარკერი: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წევრებს უყვართ, როდესაც დამფუძნებელს ესმის ტექნიკური მხარე. ეს აჩვენებს, რომ გრანტის თანხა არ დაიხარჯება არასწორ დიზაინსა და კოდში.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საპრეზენტაციო თეზისები (Slide 9):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„MVP არქიტექტურა აწყობილია React-ზე და Supabase-ზე;“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„Technical Specification დოკუმენტი სრულად მზადაა;“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„კოდის ექსპორტირება მოხდა GitHub-ზე და მზადაა React დეველოპერებისთვის გადასაცემად.“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Interface &amp; Project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დავიწყოთ ახალი პროექტი Lovable-ში?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lovable.dev-ზე და გაიარეთ ავტორიზაცია Google-ით;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დააჭირეთ "Create New Project" ღილაკს;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თქვენი 1-წინადადებიანი Pitch საწყის პრომპტად.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🖥️ Lovable-ის ინტერფეისი: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Chat Panel (მარცხნივ): სადაც AI-ს აძლევთ ინსტრუქციებს;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Preview Panel (მარჯვნივ): სადაც რეალურ დროში ხედავთ მუშა საიტს;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GitHub connect: კოდის რეპოზიტორიასთან დასაკავშირებლად.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Prompting UI layouts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ვმართოთ საიტის ინტერფეისი პრომპტებით?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რეკომენდაცია: წერეთ ეტაპობრივად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სთხოვოთ AI-ს მთელი საიტის ერთბაშად შეცვლა. მიეცით 1-2 კონკრეტული დავალება ყოველ ჯერზე.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UI Prompt Example: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 Hero სექცია მუქი ლურჯი ფონით.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მარცხენა მხარეს განათავსე სათაური "[სათაური]" და CTA ღილაკი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"დაიწყე უფასოდ".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მარჯვენა მხარეს დაამატე პროდუქტის ილუსტრაციის მოკაპი.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#3: Landing Page შექმნა Lovable-ით (35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live Landing Page Lovable-ის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 -ზე და დაიწყეთ ახალი პროექტი;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პირველი პრომპტი საიტის სტრუქტურის ასაგებად;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მეორე პრომპტი იტერაციისთვის (ფორმა, ფერები, CTA).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1847088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პირველი პრომპტი (სტრუქტურა):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14900" y="2084831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2112263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 [სახელი],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აგვარებს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[პრობლემას] [სამიზნე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აუდიტორიისთვის].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Hero Section (სათაური,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ქვესათაური, CTA)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Features (3-4 ფუნქცია)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Pricing (3 tier)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5172" y="3145536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860036" y="3145536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3182112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მეორე პრომპტი (ფორმა და ფერები):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4900" y="3419856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69764" y="3447288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შეცვალე Landing Page: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Hero Section-ში დაამატე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CTA ღილაკი "დაიწყე უფასოდ"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შეცვალე ფერები ბრენდის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პალიტრით: [ფერები]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დაამატე Email Sign-up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Connecting Backend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ბექენდ მონაცემთა ბაზის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🗄️ Supabase შესაძლებლობები: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ბაზა (PostgreSQL);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ავთენტიფიკაცია (Sign Up / Login);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ფაილების შენახვა (Storage).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დაკავშირების ინსტრუქცია: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პარამეტრებში დააჭირეთ "Connect Supabase" ღილაკს. Lovable ავტომატურად შექმნის ახალ პროექტს და დააკავშირებს API გასაღებებს.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Creating Leads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ცხრილის შექმნა მეილების შესაგროვებლად: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6060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60604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Leads ცხრილის სტრუქტურა (Schema):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" y="2203704"/>
          <a:ext cx="7955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</a:tblGrid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სვეტის სახელი (Column)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ტიპი (Type)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მნიშვნელობა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uuid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უნიკალური იდენტიფიკატორი (Primary Key)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email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ელფოსტა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სახელი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created_at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timestamp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დრო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416552"/>
            <a:ext cx="54864" cy="43433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416552"/>
            <a:ext cx="8174736" cy="43433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45312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Supabase Table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690872"/>
            <a:ext cx="8010144" cy="12344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718304"/>
            <a:ext cx="7900416" cy="6857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Supabase-ში შექმენი Leads ცხრილი id, email, name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created_at სვეტებით.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Lovable-ის საიტზე არსებული ფორმის შევსებისას მონაცემები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ჩაიწეროს ამ ცხრილში.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ავთენტიფიკაცია და ფაილების შენახვა (Storage)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შესაძლებლობების გაფართოება მომხმარებლის მართვისა და ფაილებისთვის: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🔐 User Auth (ავთენტიფიკაცია):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Supabase-ში მომხმარებლის რეგისტრაცია (Email/Password ან Google Login) ხდება სრულიად უფასოდ და დაცულად. Lovable-ს შეუძლია ავტომატურად ააწყოს შესვლის ფორმა.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Supabase Storage: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ადგილი ფაილების, სურათებისა და დოკუმენტების შესანახად. მაგალითად: მომხმარებლის პროფილის სურათების ან ატვირთული CV-ების შესანახად.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 Compliance: 4 Core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დაცვის ევროპული რეგულაციები (GDPR) სტარტაპებისთვის: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00837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GDPR 4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41401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თანხმობა (Consent): ფორმაში მეილის შეყვანისას მომხმარებელმა უნდა მონიშნოს "ვეთანხმები წესებს" ჩეკბოქსი.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მინიმიზაცია: შეაგროვეთ მხოლოდ ის მონაცემები, რაც კრიტიკულად გჭირდებათ (არა ზედმეტი პირადი ინფორმაცია).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წაშლის უფლება: მომხმარებლის მოთხოვნისთანავე წაშალეთ მისი მონაცემები ბაზიდან.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გვერდი: საიტზე უნდა არსებობდეს ბმული მარტივი წესების გვერდზე.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GDPR: Generating Privacy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გვერდის ტექსტის გენერირება Claude-ის საშუალებით: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73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GDPR Legal Prompt: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011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Landing Page [პროდუქტის სახელი], რომელიც აგროვებს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მომხმარებელთა Email-ებს Supabase-ის მეშვეობით.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მარტივი Privacy Policy და Terms of Service გვერდის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ტექსტი ქართულად, GDPR წესების დაცვით.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მიუთითე მონაცემთა შენახვის მიზანი და წაშლის უფლება.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72384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მითითება: გენერირებული ტექსტი განათავსეთ Lovable-ის საიტზე `/privacy` გვერდზე და ბმული ჩასვით ფუტერში.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DNS A-record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ძირითადი დომენის (მაგ: `mystartup.ge`)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თქვენი დომენის რეგისტრატორის (Namecheap, GoDaddy) პანელში და დაამატეთ A Record: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A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@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76.76.21.21 (Lovable/Vercel სერვერი)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საჭირო A Record?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მიმართავს თქვენს დომენს სერვერის კონკრეტულ IP მისამართზე, სადაც განთავსებულია საიტი.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CNAME &amp; SSL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`www` ქვედომენის მიერთება და უსაფრთხოების (SSL) სერტიფიკატი: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CNAME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CNAME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www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cname.lovable.dev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SSL სერტიფიკატი (HTTPS):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ჩანაწერების გაწერიდან 10-15 წუთში Lovable ავტომატურად დააგენერირებს უფასო SSL სერტიფიკატს, რაც უზრუნველყოფს საიტის უსაფრთხოებას.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GitHub Integration: Code Export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კოდის ექსპორტი პირადი უსაფრთხოებისთვის: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ექსპორტის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მენიუში აირჩიეთ "GitHub integration";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გაიარეთ ავტორიზაცია თქვენს GitHub პროფილზე;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ახალი რეპოზიტორია. Lovable ავტომატურად ატვირთავს მთელ კოდს.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კოდის სტრუქტურა: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 აწყობილია React-ზე (Vite) , სტილებისთვის გამოიყენება TailwindCSS , ხოლო კომპონენტებისთვის - shadcn/ui 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Code Ownership: Handover to React/Vite Devs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გადავაბაროთ No-Code-ით დაწყებული პროექტი დეველოპერებს?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კოდის გადაცემის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მიეცით დეველოპერს წვდომა თქვენს GitHub რეპოზიტორიაზე;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გადასცემთ Supabase-ის API გასაღებებს;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დეველოპერს შეუძლია ჩვეულებრივ გააგრძელოს მუშაობა React-ში, ყოველგვარი No-Code შეზღუდვების გარეშე.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Google AI Studio: Android აპლიკაციის შექმნა &amp; Gemini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49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1. Google AI Studio &amp; API გასაღები: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პროტოტიპირება: გამოსცადეთ Prompt-ები, System Instructions და JSON რეჟიმი უშუალოდ ბრაუზერში;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API Key გენერაცია: შექმენით უსაფრთხო გასაღები თქვენი პროექტისთვის;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Build რეჟიმი: დაწერეთ პრომპტი ბუნებრივ ენაზე, AI Studio თავად ააწყობს native Kotlin/Jetpack Compose Android პროექტს;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ბრაუზერული ემულატორი: დატესტეთ აპლიკაცია ინსტალაციის გარეშე და გააკეთეთ ექსპორტი Android Studio-ში.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517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📲 2. Android Studio &amp; SDK ინტეგრაცია: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165506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A. Firebase AI Logic SDK (რეკომენდებული): მართავს უსაფრთხოებას და გასაღებებს Cloud-ში, იცავს API Key-ს გაჟონვისგან.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B. Google AI Client SDK (პირდაპირი კავშირი):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5172" y="2990088"/>
            <a:ext cx="3771900" cy="17876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60036" y="3035808"/>
            <a:ext cx="3662172" cy="1696211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3054096"/>
            <a:ext cx="3552444" cy="16596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// build.gradle.kts: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implementation("google.ai.client.generativeai:generativeai:0.7.0")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// Kotlin ინიციალიზაცია: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 generativeModel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GenerativeModel(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modelName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"gemini-1.5-flash",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apiKey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BuildConfig.apiKey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Interface &amp; Workflow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ავტომატიზაციის ვიზუალური პლატფორმა Make.com: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 ძირითადი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Scenarios: სრული ავტომატიზაციის სქემები;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Modules: აპლიკაციების ბლოკები (მაგ. Gmail, Google Sheets);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Filters: პირობები მონაცემთა გასაფილტრად.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რატომ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არის ვიზუალური, მარტივი გამოსაყენებელი და უფასო ვერსიაში გაძლევთ 1000 ოპერაციას თვეში.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Webhooks setup &amp; JSON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მყისიერი მიღება საიტიდან (Webhook):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🌐 რა არის Webhook?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URL მისამართი Make.com-ში, რომელიც ელოდება მონაცემების გამოგზავნას საიტიდან. ყოველი ფორმის შევსებისას Lovable აგზავნის მონაცემებს ამ მისამართზე.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JSON Mapping: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Webhook-ის გააქტიურების შემდეგ გაუშვით ტესტური რეგისტრაცია საიტზე, რათა Make-მა ავტომატურად ამოიცნოს ცვლადები (Email, Name).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#4: Automation Workflow Make.com-ში (30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ააწყვეთ ავტომატიზაციის სქემა Make.com-ზე: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ანგარიში Make.com -ზე და დაიწყეთ Scenario;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დაამატეთ Webhook trigger და დაუკავშირეთ თქვენს Landing Page-ს;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დაამატეთ Gmail/SMTP და Google Sheets მოდულები და გააკეთეთ mapping.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Make.com სცენარის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კონფიგურაცია: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Scenario: Landing Page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 → Email + CRM Sheets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TRIGGER: Webhook (POST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request)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URL: [Lovable-იდან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მიღებული Webhook URL]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MODULE 1: Send Email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via Gmail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To: {{trigger.email}}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Subject: "გმადლობთ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რეგისტრაციისთვის!"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Body: "ჩვენი გუნდი მალე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დაგიკავშირდებათ."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MODULE 2: Add Row to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Google Sheets (leads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ცხრილში)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Columns: Email, Name, Date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FILTER: Email is not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empty (ცარიელი მეილები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იფილტრება)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Appending Lead Row in Sheets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ბაზიდან Leads-ის გადატანა Google Sheets CRM-ში: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Google Sheets მოდულის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დააკავშირეთ თქვენი Google Drive ანგარიში Make-თან;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ფაილი „Leads CRM“;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სვეტებში (A, B, C) მიაბით Webhook-იდან მიღებული ცვლადები: A = Name , B = Email , C = Created_at 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Gmail SMTP Connection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ავტომატური იმეილის გაგზავნა დარეგისტრირებულ მომხმარებელთან: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 მოდულის პარამეტრები: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To: Webhook-იდან მიღებული Email ცვლადი;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Subject: „გმადლობთ რეგისტრაციისთვის [სტარტაპის სახელი]-ზე!“;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Body: პერსონალიზებული ტექსტი, სადაც გამოიყენებთ Name ცვლადს.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🔒 SMTP უსაფრთხოება: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Gmail-თან დასაკავშირებლად დაგჭირდებათ Google-ის უსაფრთხოების მენიუდან "App Password"-ის გენერირება.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შეცდომების მართვა და Edge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უზრუნველვყოთ ჩვენი ავტომატიზაციების სტაბილური მუშაობა შეცდომების შემთხვევაში?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პოტენციური შეცდომები: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მომხმარებელმა ფორმაში არ შეიყვანა სახელი (ცარიელი ველი);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ელფოსტის ფორმატი არასწორია;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სერვერი დროებით გაითიშა.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გადაჭრის გზები: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1214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Validation Rules: საიტის ფორმაში ელფოსტის ველის სავალდებულოობა (Required field);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Error Handling Modules: Make.com-ში შეცდომის მართვის ბლოკების (Ignore, Resume, Break) გამოყენება.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First 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დასაწყისი — ჟიურის ყურადღების მიპყრობა: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0:00 - 1:00 (პრობლემა):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რეალური ისტორიით ან შოკისმომგვრელი სტატისტიკით. აჩვენეთ, რომ პრობლემა მტკივნეულია და ბაზარი დიდია.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1:00 - 2:00 (გადაწყვეტა/MVP):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 მუშა საიტი. არ აჩვენოთ სქრინშოთები - აჩვენეთ რეალური Lovable URL და მომხმარებლის რეგისტრაციის პროცესი.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Last 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დასასრული — ბიზნეს მოდელი და Ask: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2:00 - 3:00 (ბიზნეს მოდელი):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აჩვენეთ 3-საფეხურიანი Pricing.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3:00 - 4:00 (კონკურენცია &amp; Traction):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აჩვენეთ, რით ხართ უკეთესი Perplexity Matrix-ის მიხედვით. აჩვენეთ პირველი ლიდები Google Sheets-დან.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399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200399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255263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 (გუნდი &amp; Ask):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64845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ხართ თქვენ საუკეთესო გუნდი და რისთვის გჭირდებათ 25,000-ლარიანი გრანტი.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Financial Q&amp;A (CAC:LTV)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ფინანსური კითხვები და სწორი პასუხები: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„როგორ აპირებთ მომხმარებლის მოზიდვას და რა იქნება თქვენი CAC?“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„ჩვენ მარკეტინგზე ფულს არ დავხარჯავთ, მომხმარებლები თავად მოვლენ.“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 (CAC:LTV):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საწყისი CAC იქნება $5 Facebook Ads-ით, მომხმარებლის LTV კი - $30 (საშუალოდ 6 თვიანი ხელმოწერა $5-ად). ჩვენი LTV:CAC პროპორცია იქნება 6:1, რაც ბიზნესს მომგებიანს ხდის.“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No-Code ლიმიტები და დეველოპერის აყვანის დრო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No-Code პლატფორმების შეზღუდვები და როდის უნდა გადავიდეთ ტრადიციულ დეველოპმენტზე?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No-Code პლატფორმების ლიმიტები: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ლოგიკა: მრავალდონიანი ფინანსური ტრანზაქციები ან მორგებული დაშიფვრა;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მძიმე AI/ML მოდელები: ვიდეო/აუდიო დამუშავება რეალურ დროში;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საკუთარი მობილური აპლიკაციები: App Store / Google Play-ზე მორგებული Native ფუნქციები (Bluetooth, NFC).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როდის ავიყვანოთ დეველოპერი?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MVP-მ მიაღწია Product-Market Fit-ს და გყავთ პირველი ასობით აქტიური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გჭირდებათ უნიკალური უსაფრთხოების/ლოკალიზაციის პარამეტრები;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მიიღეთ GITA გრანტი და გაქვთ ბიუჯეტი პროფესიონალური გუნდის დასაქირავებლად (Handover to React Devs GitHub-ით).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Competitors Q&amp;A (Unfair Advantage)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კონკურენციის საკითხები და გრანტის მიზნობრიობა: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„რა არის თქვენი კონკურენტული უპირატესობა და რაში დახარჯავთ გრანტს?“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„გრანტით გადავუხდით ხელფასს დეველოპერებს, რომ საიტი დაგვიწერონ.“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 უკვე გვაქვს მუშა MVP და პირველი 20 დარეგისტრირებული მომხმარებელი. გრანტის 80%-ს დავხარჯავთ მარკეტინგსა და მომხმარებლის მოზიდვაზე, ხოლო 20%-ს - API სერვერების ლიცენზიებზე.“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ფინანსური მოდელირება: P&amp;L და CAC:LTV მატრიცა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დავასაბუთოთ Pitch Deck-ის ფინანსური სლაიდი (Slide 8) ციფრებით?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P&amp;L (მოგება-ზარალი)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პროგნოზი 3 წელზე: შემოსავლები, საოპერაციო ხარჯები (OPEX), სერვერები, მარკეტინგი და წმინდა მოგება.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💰 CAC (მოზიდვის ხარჯი)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რამდენი ლარი იხარჯება 1 ახალი კლიენტის მოსაზიდად (მაგ. რეკლამა,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💎 LTV (მომხმარებლის ღირებულება)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ჯამურ შემოსავალს მოიტანს მომხმარებელი ბრენდთან ურთიერთობისას (ხელმოწერის საშუალო დრო × თვიური საფასური).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GITA ჟიურისთან Q&amp;A სესიის ტაქტიკა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ვუპასუხოთ ჟიურის რთულ კითხვებს 5-წუთიანი პრეზენტაციის შემდეგ?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იყავით კონკრეტული: უპასუხეთ პირდაპირ ციფრებით, მოერიდეთ ზოგად ფილოსოფიას;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იკამათოთ: მიიღეთ ჟიურის შენიშვნა, როგორც კონსტრუქციული რჩევა;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აღიარეთ თუ არ იცით: „ამ ეტაპზე ზუსტი პასუხი არ გვაქვს, მაგრამ შევამოწმებთ ექსპერიმენტით.“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კითხვების ტიპები: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„რით განსხვავდებით კონკურენტებისგან?“ (აჩვენეთ Feature Matrix);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„რაში დახარჯავთ 25,000 ლარს?“ (აჩვენეთ გაწერილი ხარჯები);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მოიზიდავთ მომხმარებლებს?“ (აჩვენეთ Channels &amp; CAC).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B &amp; Launch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დავალება Demo Day-სთვის (1 კვირიანი Sprint):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597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4597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Launch Checklist: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Lovable საიტი გაშვებულია საკუთარ დომენზე;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Make.com სცენარი აქტიურია;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მოზიდულია მინიმუმ 15 რეალური Leads/Email Google Sheets-ში;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პრეზენტაცია (Gamma Pitch Deck) დასრულებულია.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Course Wrap-up &amp; Certification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 წარმატებით დაასრულეთ 10-საათიანი პრაქტიკული კურსი „AI ინსტრუმენტები სტარტაპერებისთვის“!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 არის შემდეგი ნაბიჯი?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ცოდნა, აწყობილი MVP და ავტომატიზაციები GITA-ს 25,000 ლარიანი გრანტის მოსაპოვებლად. წარმატებები Demo Day-ზე!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