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0:00 - 1:05: Brand + Photo + Copy + Gamma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1:05 - 1:35: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1:35 - 1:55: Technical Specification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1:55 - 3:15: Lovable MVP + Supabase + GDPR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3:15 - 4:00: ავტომატიზაცია (Make.com)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Pitch Deck + VC Mock Grill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UI განლაგების პრომპტი Lovable-ისთვის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დეტალური UI პრომპტი Lovable-ში გასაშვებად: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Lovable UI Layout პრომპტი თქვენი სტარტაპის Landing Page-ისთვის;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ტექსტი Lovable-ის ჩატში.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 UI პრომპტის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მჭირდება Lovable-ის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ინტერფეისის (UI) აწყობა.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 პრომპტი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ჩატისთვის,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მან შექმნას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Indigo-Slate დიზაინის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მქონე Landing Page.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მოთხოვნები: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section: სათაური,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 და 2 ღილაკი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("გადაცვალე წიგნი"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"გაიგე მეტი").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Feature Grid: 3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უპირატესობის ბარათი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(მარტივი ძებნა,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CTA ელემენტი ელ-ფოსტის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შესაყვანი ველით.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JSON Webhook Mapping Make.com-ისთვის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Webhook მონაცემების მატრიცა ავტომატიზაციისთვის: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ნაბიჯ-ნაბიჯ ინსტრუქცია Make.com-ში JSON Webhook-ის მონაცემების სწორი ასახვისთვის (mapping);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ეს გეგმა Make.com-ში სცენარის აწყობისას.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Webhook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საიტიდან Make.com-ის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Webhook-ზე იგზავნება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შემდეგი JSON ობიექტი: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"lead_name": "გიორგი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ბასილაია",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"lead_email":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"giorgi@example.com",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"startup_idea": "ჭკვიანი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ირიგაცია"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ინსტრუქცია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Make.com-ისთვის,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შევქმნა სცენარი, რომელიც: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მიიღებს ამ Webhook-ს.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დაამატებს ახალ სტრიქონს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Sheets-ში (Name,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Email, Idea).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გააგზავნის იმეილს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Gmail-ით.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მიუთითე, როგორ მოვახდინო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ცვლადების mapping.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