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0:00 - 1:05: Brand + Photo + Copy + Gamma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1:05 - 1:35: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1:35 - 1:55: Technical Specification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1:55 - 3:15: Lovable MVP + Supabase + GDPR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3:15 - 4:00: ავტომატიზაცია (Make.com)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Pitch Deck + VC Mock Grill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